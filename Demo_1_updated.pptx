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6" r:id="rId3"/>
    <p:sldId id="265" r:id="rId4"/>
    <p:sldId id="271" r:id="rId5"/>
    <p:sldId id="259" r:id="rId6"/>
    <p:sldId id="261" r:id="rId7"/>
    <p:sldId id="262" r:id="rId8"/>
    <p:sldId id="258" r:id="rId11"/>
    <p:sldId id="270" r:id="rId12"/>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9A3BAE-70FE-4C39-9FAD-A60E24FACE22}">
          <p14:sldIdLst>
            <p14:sldId id="256"/>
            <p14:sldId id="266"/>
            <p14:sldId id="265"/>
            <p14:sldId id="271"/>
            <p14:sldId id="259"/>
            <p14:sldId id="261"/>
            <p14:sldId id="262"/>
            <p14:sldId id="263"/>
            <p14:sldId id="269"/>
            <p14:sldId id="258"/>
            <p14:sldId id="2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487F35-ABC2-FE85-3B71-E70F48CBDD18}" name="Zweig, Vivian" initials="VZ" userId="S::v.l.zweig@wustl.edu::bf981b69-84c6-4ab7-b3f7-fd1293bc091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18D967-9C3E-487B-A130-73B5B6070A5C}" v="247" dt="2026-10-13T15:48:39.9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213" autoAdjust="0"/>
  </p:normalViewPr>
  <p:slideViewPr>
    <p:cSldViewPr snapToGrid="0" showGuides="1">
      <p:cViewPr>
        <p:scale>
          <a:sx n="78" d="100"/>
          <a:sy n="78" d="100"/>
        </p:scale>
        <p:origin x="606"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 Id="rId20" Type="http://schemas.microsoft.com/office/2018/10/relationships/authors" Target="authors.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weig, Vivian" userId="bf981b69-84c6-4ab7-b3f7-fd1293bc0910" providerId="ADAL" clId="{C90F4235-2E0C-42E6-8B8C-E90386F07337}"/>
    <pc:docChg chg="undo custSel addSld delSld modSld sldOrd addSection delSection modSection">
      <pc:chgData name="Zweig, Vivian" userId="bf981b69-84c6-4ab7-b3f7-fd1293bc0910" providerId="ADAL" clId="{C90F4235-2E0C-42E6-8B8C-E90386F07337}" dt="2026-10-13T16:07:22.121" v="6743" actId="14100"/>
      <pc:docMkLst>
        <pc:docMk/>
      </pc:docMkLst>
      <pc:sldChg chg="addSp delSp modSp new mod ord setBg">
        <pc:chgData name="Zweig, Vivian" userId="bf981b69-84c6-4ab7-b3f7-fd1293bc0910" providerId="ADAL" clId="{C90F4235-2E0C-42E6-8B8C-E90386F07337}" dt="2026-10-13T15:48:03.320" v="6680"/>
        <pc:sldMkLst>
          <pc:docMk/>
          <pc:sldMk cId="1208273388" sldId="256"/>
        </pc:sldMkLst>
        <pc:spChg chg="mod">
          <ac:chgData name="Zweig, Vivian" userId="bf981b69-84c6-4ab7-b3f7-fd1293bc0910" providerId="ADAL" clId="{C90F4235-2E0C-42E6-8B8C-E90386F07337}" dt="2026-10-12T17:29:01.865" v="3943" actId="20577"/>
          <ac:spMkLst>
            <pc:docMk/>
            <pc:sldMk cId="1208273388" sldId="256"/>
            <ac:spMk id="2" creationId="{19E8A2D1-F3FB-456F-49C1-8E6588140325}"/>
          </ac:spMkLst>
        </pc:spChg>
        <pc:spChg chg="mod">
          <ac:chgData name="Zweig, Vivian" userId="bf981b69-84c6-4ab7-b3f7-fd1293bc0910" providerId="ADAL" clId="{C90F4235-2E0C-42E6-8B8C-E90386F07337}" dt="2026-10-12T17:26:28.138" v="3908" actId="26606"/>
          <ac:spMkLst>
            <pc:docMk/>
            <pc:sldMk cId="1208273388" sldId="256"/>
            <ac:spMk id="3" creationId="{C87AC512-8BB7-6684-7D87-89B700D37CE9}"/>
          </ac:spMkLst>
        </pc:spChg>
        <pc:spChg chg="add del">
          <ac:chgData name="Zweig, Vivian" userId="bf981b69-84c6-4ab7-b3f7-fd1293bc0910" providerId="ADAL" clId="{C90F4235-2E0C-42E6-8B8C-E90386F07337}" dt="2026-10-12T16:31:28.315" v="1773" actId="22"/>
          <ac:spMkLst>
            <pc:docMk/>
            <pc:sldMk cId="1208273388" sldId="256"/>
            <ac:spMk id="5" creationId="{2FEE99DC-57E4-68D2-807B-B7D68A66689E}"/>
          </ac:spMkLst>
        </pc:spChg>
        <pc:spChg chg="add">
          <ac:chgData name="Zweig, Vivian" userId="bf981b69-84c6-4ab7-b3f7-fd1293bc0910" providerId="ADAL" clId="{C90F4235-2E0C-42E6-8B8C-E90386F07337}" dt="2026-10-12T17:26:28.138" v="3908" actId="26606"/>
          <ac:spMkLst>
            <pc:docMk/>
            <pc:sldMk cId="1208273388" sldId="256"/>
            <ac:spMk id="8" creationId="{C7D023E4-8DE1-436E-9847-ED6A4B4B04FD}"/>
          </ac:spMkLst>
        </pc:spChg>
        <pc:grpChg chg="add">
          <ac:chgData name="Zweig, Vivian" userId="bf981b69-84c6-4ab7-b3f7-fd1293bc0910" providerId="ADAL" clId="{C90F4235-2E0C-42E6-8B8C-E90386F07337}" dt="2026-10-12T17:26:28.138" v="3908" actId="26606"/>
          <ac:grpSpMkLst>
            <pc:docMk/>
            <pc:sldMk cId="1208273388" sldId="256"/>
            <ac:grpSpMk id="10" creationId="{1FEC590B-3306-47E9-BD67-97F3F76169A4}"/>
          </ac:grpSpMkLst>
        </pc:grpChg>
        <pc:grpChg chg="add">
          <ac:chgData name="Zweig, Vivian" userId="bf981b69-84c6-4ab7-b3f7-fd1293bc0910" providerId="ADAL" clId="{C90F4235-2E0C-42E6-8B8C-E90386F07337}" dt="2026-10-12T17:26:28.138" v="3908" actId="26606"/>
          <ac:grpSpMkLst>
            <pc:docMk/>
            <pc:sldMk cId="1208273388" sldId="256"/>
            <ac:grpSpMk id="14" creationId="{A47AAF5E-1692-48C9-98FB-6432BF0BC4F7}"/>
          </ac:grpSpMkLst>
        </pc:grpChg>
      </pc:sldChg>
      <pc:sldChg chg="modSp new del mod">
        <pc:chgData name="Zweig, Vivian" userId="bf981b69-84c6-4ab7-b3f7-fd1293bc0910" providerId="ADAL" clId="{C90F4235-2E0C-42E6-8B8C-E90386F07337}" dt="2026-10-12T17:45:02.783" v="4020" actId="2696"/>
        <pc:sldMkLst>
          <pc:docMk/>
          <pc:sldMk cId="1050900612" sldId="257"/>
        </pc:sldMkLst>
        <pc:spChg chg="mod">
          <ac:chgData name="Zweig, Vivian" userId="bf981b69-84c6-4ab7-b3f7-fd1293bc0910" providerId="ADAL" clId="{C90F4235-2E0C-42E6-8B8C-E90386F07337}" dt="2026-10-12T17:00:26.119" v="3132" actId="20577"/>
          <ac:spMkLst>
            <pc:docMk/>
            <pc:sldMk cId="1050900612" sldId="257"/>
            <ac:spMk id="2" creationId="{5FAF2B4A-AEC2-F268-7AAE-C12CD3B7FE02}"/>
          </ac:spMkLst>
        </pc:spChg>
        <pc:spChg chg="mod">
          <ac:chgData name="Zweig, Vivian" userId="bf981b69-84c6-4ab7-b3f7-fd1293bc0910" providerId="ADAL" clId="{C90F4235-2E0C-42E6-8B8C-E90386F07337}" dt="2026-10-12T17:10:35.045" v="3287" actId="20577"/>
          <ac:spMkLst>
            <pc:docMk/>
            <pc:sldMk cId="1050900612" sldId="257"/>
            <ac:spMk id="3" creationId="{CFFAD922-4638-2054-3418-453BCF1293F0}"/>
          </ac:spMkLst>
        </pc:spChg>
      </pc:sldChg>
      <pc:sldChg chg="addSp delSp modSp new mod">
        <pc:chgData name="Zweig, Vivian" userId="bf981b69-84c6-4ab7-b3f7-fd1293bc0910" providerId="ADAL" clId="{C90F4235-2E0C-42E6-8B8C-E90386F07337}" dt="2026-10-13T15:55:38.858" v="6695" actId="14100"/>
        <pc:sldMkLst>
          <pc:docMk/>
          <pc:sldMk cId="20672469" sldId="258"/>
        </pc:sldMkLst>
        <pc:spChg chg="mod">
          <ac:chgData name="Zweig, Vivian" userId="bf981b69-84c6-4ab7-b3f7-fd1293bc0910" providerId="ADAL" clId="{C90F4235-2E0C-42E6-8B8C-E90386F07337}" dt="2026-10-12T16:57:55.036" v="3029" actId="1076"/>
          <ac:spMkLst>
            <pc:docMk/>
            <pc:sldMk cId="20672469" sldId="258"/>
            <ac:spMk id="2" creationId="{2413827B-8D1A-3893-4E8B-C54A7FC66AF6}"/>
          </ac:spMkLst>
        </pc:spChg>
        <pc:spChg chg="add mod">
          <ac:chgData name="Zweig, Vivian" userId="bf981b69-84c6-4ab7-b3f7-fd1293bc0910" providerId="ADAL" clId="{C90F4235-2E0C-42E6-8B8C-E90386F07337}" dt="2026-10-12T16:57:32.662" v="3019" actId="14100"/>
          <ac:spMkLst>
            <pc:docMk/>
            <pc:sldMk cId="20672469" sldId="258"/>
            <ac:spMk id="3" creationId="{3BF11FD7-F5FF-4F1E-4ECB-02BD8F3894C3}"/>
          </ac:spMkLst>
        </pc:spChg>
        <pc:spChg chg="add mod">
          <ac:chgData name="Zweig, Vivian" userId="bf981b69-84c6-4ab7-b3f7-fd1293bc0910" providerId="ADAL" clId="{C90F4235-2E0C-42E6-8B8C-E90386F07337}" dt="2026-10-13T15:55:06.057" v="6690" actId="1582"/>
          <ac:spMkLst>
            <pc:docMk/>
            <pc:sldMk cId="20672469" sldId="258"/>
            <ac:spMk id="4" creationId="{F22C2964-56DF-0FF7-FBE0-536BD27B2405}"/>
          </ac:spMkLst>
        </pc:spChg>
        <pc:spChg chg="add mod">
          <ac:chgData name="Zweig, Vivian" userId="bf981b69-84c6-4ab7-b3f7-fd1293bc0910" providerId="ADAL" clId="{C90F4235-2E0C-42E6-8B8C-E90386F07337}" dt="2026-10-12T16:57:29.945" v="3018" actId="14100"/>
          <ac:spMkLst>
            <pc:docMk/>
            <pc:sldMk cId="20672469" sldId="258"/>
            <ac:spMk id="6" creationId="{AA5CDB76-7776-2D2F-CD45-695AFF1ADFC7}"/>
          </ac:spMkLst>
        </pc:spChg>
        <pc:spChg chg="add mod">
          <ac:chgData name="Zweig, Vivian" userId="bf981b69-84c6-4ab7-b3f7-fd1293bc0910" providerId="ADAL" clId="{C90F4235-2E0C-42E6-8B8C-E90386F07337}" dt="2026-10-12T16:58:42.423" v="3059" actId="14100"/>
          <ac:spMkLst>
            <pc:docMk/>
            <pc:sldMk cId="20672469" sldId="258"/>
            <ac:spMk id="8" creationId="{D31A1EB9-88E5-A52D-1F9E-41EF26F2FA58}"/>
          </ac:spMkLst>
        </pc:spChg>
        <pc:spChg chg="add mod">
          <ac:chgData name="Zweig, Vivian" userId="bf981b69-84c6-4ab7-b3f7-fd1293bc0910" providerId="ADAL" clId="{C90F4235-2E0C-42E6-8B8C-E90386F07337}" dt="2026-10-13T15:55:38.858" v="6695" actId="14100"/>
          <ac:spMkLst>
            <pc:docMk/>
            <pc:sldMk cId="20672469" sldId="258"/>
            <ac:spMk id="9" creationId="{5A5F0D24-C09C-9BC7-1EFC-E8DD2AC8FF52}"/>
          </ac:spMkLst>
        </pc:spChg>
        <pc:spChg chg="add mod">
          <ac:chgData name="Zweig, Vivian" userId="bf981b69-84c6-4ab7-b3f7-fd1293bc0910" providerId="ADAL" clId="{C90F4235-2E0C-42E6-8B8C-E90386F07337}" dt="2026-10-12T16:58:55.997" v="3061" actId="14100"/>
          <ac:spMkLst>
            <pc:docMk/>
            <pc:sldMk cId="20672469" sldId="258"/>
            <ac:spMk id="10" creationId="{6F122E0C-D6B7-C1E2-F313-84B1133F60DB}"/>
          </ac:spMkLst>
        </pc:spChg>
        <pc:picChg chg="add mod ord">
          <ac:chgData name="Zweig, Vivian" userId="bf981b69-84c6-4ab7-b3f7-fd1293bc0910" providerId="ADAL" clId="{C90F4235-2E0C-42E6-8B8C-E90386F07337}" dt="2026-10-13T15:55:27.989" v="6693" actId="1076"/>
          <ac:picMkLst>
            <pc:docMk/>
            <pc:sldMk cId="20672469" sldId="258"/>
            <ac:picMk id="5" creationId="{E5055A9A-4277-8BE5-04F3-626C5FBB41E0}"/>
          </ac:picMkLst>
        </pc:picChg>
      </pc:sldChg>
      <pc:sldChg chg="addSp modSp new mod">
        <pc:chgData name="Zweig, Vivian" userId="bf981b69-84c6-4ab7-b3f7-fd1293bc0910" providerId="ADAL" clId="{C90F4235-2E0C-42E6-8B8C-E90386F07337}" dt="2026-10-13T15:39:13.944" v="6259" actId="1076"/>
        <pc:sldMkLst>
          <pc:docMk/>
          <pc:sldMk cId="665790926" sldId="259"/>
        </pc:sldMkLst>
        <pc:spChg chg="mod">
          <ac:chgData name="Zweig, Vivian" userId="bf981b69-84c6-4ab7-b3f7-fd1293bc0910" providerId="ADAL" clId="{C90F4235-2E0C-42E6-8B8C-E90386F07337}" dt="2026-10-13T15:15:20.195" v="4601" actId="20577"/>
          <ac:spMkLst>
            <pc:docMk/>
            <pc:sldMk cId="665790926" sldId="259"/>
            <ac:spMk id="2" creationId="{C5C81774-D430-3DD6-A905-6349235AF716}"/>
          </ac:spMkLst>
        </pc:spChg>
        <pc:spChg chg="mod">
          <ac:chgData name="Zweig, Vivian" userId="bf981b69-84c6-4ab7-b3f7-fd1293bc0910" providerId="ADAL" clId="{C90F4235-2E0C-42E6-8B8C-E90386F07337}" dt="2026-10-13T15:19:42.791" v="4796" actId="255"/>
          <ac:spMkLst>
            <pc:docMk/>
            <pc:sldMk cId="665790926" sldId="259"/>
            <ac:spMk id="3" creationId="{656DB25F-42B3-6483-1A4B-A5250E363D28}"/>
          </ac:spMkLst>
        </pc:spChg>
        <pc:spChg chg="add mod">
          <ac:chgData name="Zweig, Vivian" userId="bf981b69-84c6-4ab7-b3f7-fd1293bc0910" providerId="ADAL" clId="{C90F4235-2E0C-42E6-8B8C-E90386F07337}" dt="2026-10-13T15:31:32.477" v="5634" actId="1037"/>
          <ac:spMkLst>
            <pc:docMk/>
            <pc:sldMk cId="665790926" sldId="259"/>
            <ac:spMk id="7" creationId="{B0F580B1-D239-141E-9465-B1741DE946E2}"/>
          </ac:spMkLst>
        </pc:spChg>
        <pc:spChg chg="add mod">
          <ac:chgData name="Zweig, Vivian" userId="bf981b69-84c6-4ab7-b3f7-fd1293bc0910" providerId="ADAL" clId="{C90F4235-2E0C-42E6-8B8C-E90386F07337}" dt="2026-10-13T15:32:02.945" v="5693" actId="1037"/>
          <ac:spMkLst>
            <pc:docMk/>
            <pc:sldMk cId="665790926" sldId="259"/>
            <ac:spMk id="9" creationId="{299BB6CB-05D6-1EFD-38EC-7D3218621188}"/>
          </ac:spMkLst>
        </pc:spChg>
        <pc:spChg chg="add mod">
          <ac:chgData name="Zweig, Vivian" userId="bf981b69-84c6-4ab7-b3f7-fd1293bc0910" providerId="ADAL" clId="{C90F4235-2E0C-42E6-8B8C-E90386F07337}" dt="2026-10-13T15:32:21.962" v="5834" actId="14100"/>
          <ac:spMkLst>
            <pc:docMk/>
            <pc:sldMk cId="665790926" sldId="259"/>
            <ac:spMk id="11" creationId="{9B060AA1-9669-58E8-81E7-8A1B450A9597}"/>
          </ac:spMkLst>
        </pc:spChg>
        <pc:spChg chg="add mod">
          <ac:chgData name="Zweig, Vivian" userId="bf981b69-84c6-4ab7-b3f7-fd1293bc0910" providerId="ADAL" clId="{C90F4235-2E0C-42E6-8B8C-E90386F07337}" dt="2026-10-13T15:32:39.356" v="5932" actId="1038"/>
          <ac:spMkLst>
            <pc:docMk/>
            <pc:sldMk cId="665790926" sldId="259"/>
            <ac:spMk id="13" creationId="{2EFD7DD8-8B4E-BF8C-FBFB-91798E0F5377}"/>
          </ac:spMkLst>
        </pc:spChg>
        <pc:spChg chg="add mod">
          <ac:chgData name="Zweig, Vivian" userId="bf981b69-84c6-4ab7-b3f7-fd1293bc0910" providerId="ADAL" clId="{C90F4235-2E0C-42E6-8B8C-E90386F07337}" dt="2026-10-13T15:38:41.148" v="6232" actId="1076"/>
          <ac:spMkLst>
            <pc:docMk/>
            <pc:sldMk cId="665790926" sldId="259"/>
            <ac:spMk id="14" creationId="{5B73DF53-6395-0476-374F-258945C5FC7A}"/>
          </ac:spMkLst>
        </pc:spChg>
        <pc:spChg chg="add mod">
          <ac:chgData name="Zweig, Vivian" userId="bf981b69-84c6-4ab7-b3f7-fd1293bc0910" providerId="ADAL" clId="{C90F4235-2E0C-42E6-8B8C-E90386F07337}" dt="2026-10-13T15:39:13.944" v="6259" actId="1076"/>
          <ac:spMkLst>
            <pc:docMk/>
            <pc:sldMk cId="665790926" sldId="259"/>
            <ac:spMk id="16" creationId="{3FCEADDA-2076-E240-AA06-5391AA6BBECF}"/>
          </ac:spMkLst>
        </pc:spChg>
        <pc:picChg chg="add mod">
          <ac:chgData name="Zweig, Vivian" userId="bf981b69-84c6-4ab7-b3f7-fd1293bc0910" providerId="ADAL" clId="{C90F4235-2E0C-42E6-8B8C-E90386F07337}" dt="2026-10-13T15:19:44.656" v="4797" actId="1036"/>
          <ac:picMkLst>
            <pc:docMk/>
            <pc:sldMk cId="665790926" sldId="259"/>
            <ac:picMk id="5" creationId="{38CDB287-AB26-0A9A-E44A-211AA074F8D3}"/>
          </ac:picMkLst>
        </pc:picChg>
      </pc:sldChg>
      <pc:sldChg chg="addSp delSp modSp new del mod ord">
        <pc:chgData name="Zweig, Vivian" userId="bf981b69-84c6-4ab7-b3f7-fd1293bc0910" providerId="ADAL" clId="{C90F4235-2E0C-42E6-8B8C-E90386F07337}" dt="2026-10-13T15:14:47.569" v="4535" actId="2696"/>
        <pc:sldMkLst>
          <pc:docMk/>
          <pc:sldMk cId="1460519420" sldId="260"/>
        </pc:sldMkLst>
        <pc:spChg chg="mod">
          <ac:chgData name="Zweig, Vivian" userId="bf981b69-84c6-4ab7-b3f7-fd1293bc0910" providerId="ADAL" clId="{C90F4235-2E0C-42E6-8B8C-E90386F07337}" dt="2026-10-12T17:22:02.684" v="3710" actId="20577"/>
          <ac:spMkLst>
            <pc:docMk/>
            <pc:sldMk cId="1460519420" sldId="260"/>
            <ac:spMk id="3" creationId="{A93B456D-2B31-8312-A5BB-FC8C66BAB0AB}"/>
          </ac:spMkLst>
        </pc:spChg>
        <pc:picChg chg="add del mod">
          <ac:chgData name="Zweig, Vivian" userId="bf981b69-84c6-4ab7-b3f7-fd1293bc0910" providerId="ADAL" clId="{C90F4235-2E0C-42E6-8B8C-E90386F07337}" dt="2026-10-12T17:16:18.406" v="3382" actId="478"/>
          <ac:picMkLst>
            <pc:docMk/>
            <pc:sldMk cId="1460519420" sldId="260"/>
            <ac:picMk id="5" creationId="{8F703AE2-CA0B-7265-1914-31729EA577EF}"/>
          </ac:picMkLst>
        </pc:picChg>
      </pc:sldChg>
      <pc:sldChg chg="addSp delSp modSp new mod modNotesTx">
        <pc:chgData name="Zweig, Vivian" userId="bf981b69-84c6-4ab7-b3f7-fd1293bc0910" providerId="ADAL" clId="{C90F4235-2E0C-42E6-8B8C-E90386F07337}" dt="2026-10-13T16:07:22.121" v="6743" actId="14100"/>
        <pc:sldMkLst>
          <pc:docMk/>
          <pc:sldMk cId="1505389313" sldId="261"/>
        </pc:sldMkLst>
        <pc:spChg chg="mod">
          <ac:chgData name="Zweig, Vivian" userId="bf981b69-84c6-4ab7-b3f7-fd1293bc0910" providerId="ADAL" clId="{C90F4235-2E0C-42E6-8B8C-E90386F07337}" dt="2026-10-13T15:22:11.485" v="4858" actId="20577"/>
          <ac:spMkLst>
            <pc:docMk/>
            <pc:sldMk cId="1505389313" sldId="261"/>
            <ac:spMk id="2" creationId="{24F45010-FDB1-7D7A-9308-097AD0E0FE45}"/>
          </ac:spMkLst>
        </pc:spChg>
        <pc:spChg chg="mod">
          <ac:chgData name="Zweig, Vivian" userId="bf981b69-84c6-4ab7-b3f7-fd1293bc0910" providerId="ADAL" clId="{C90F4235-2E0C-42E6-8B8C-E90386F07337}" dt="2026-10-13T15:25:19.367" v="5026" actId="20577"/>
          <ac:spMkLst>
            <pc:docMk/>
            <pc:sldMk cId="1505389313" sldId="261"/>
            <ac:spMk id="3" creationId="{4C301E42-C30B-6BF0-D37E-973E59D22A37}"/>
          </ac:spMkLst>
        </pc:spChg>
        <pc:spChg chg="add mod">
          <ac:chgData name="Zweig, Vivian" userId="bf981b69-84c6-4ab7-b3f7-fd1293bc0910" providerId="ADAL" clId="{C90F4235-2E0C-42E6-8B8C-E90386F07337}" dt="2026-10-13T15:28:28.745" v="5068" actId="1037"/>
          <ac:spMkLst>
            <pc:docMk/>
            <pc:sldMk cId="1505389313" sldId="261"/>
            <ac:spMk id="6" creationId="{3E1FE2C6-3B3E-339A-BA97-0E0A235DA7B7}"/>
          </ac:spMkLst>
        </pc:spChg>
        <pc:spChg chg="add mod">
          <ac:chgData name="Zweig, Vivian" userId="bf981b69-84c6-4ab7-b3f7-fd1293bc0910" providerId="ADAL" clId="{C90F4235-2E0C-42E6-8B8C-E90386F07337}" dt="2026-10-13T15:28:45.150" v="5193" actId="1038"/>
          <ac:spMkLst>
            <pc:docMk/>
            <pc:sldMk cId="1505389313" sldId="261"/>
            <ac:spMk id="8" creationId="{60C528DA-9C40-C168-52A9-D901105A4FB3}"/>
          </ac:spMkLst>
        </pc:spChg>
        <pc:spChg chg="add del mod">
          <ac:chgData name="Zweig, Vivian" userId="bf981b69-84c6-4ab7-b3f7-fd1293bc0910" providerId="ADAL" clId="{C90F4235-2E0C-42E6-8B8C-E90386F07337}" dt="2026-10-13T15:29:51.200" v="5361" actId="478"/>
          <ac:spMkLst>
            <pc:docMk/>
            <pc:sldMk cId="1505389313" sldId="261"/>
            <ac:spMk id="10" creationId="{3B4F3480-CB5B-A029-B884-D7D28696372F}"/>
          </ac:spMkLst>
        </pc:spChg>
        <pc:spChg chg="add del mod">
          <ac:chgData name="Zweig, Vivian" userId="bf981b69-84c6-4ab7-b3f7-fd1293bc0910" providerId="ADAL" clId="{C90F4235-2E0C-42E6-8B8C-E90386F07337}" dt="2026-10-13T15:31:00.184" v="5576" actId="478"/>
          <ac:spMkLst>
            <pc:docMk/>
            <pc:sldMk cId="1505389313" sldId="261"/>
            <ac:spMk id="12" creationId="{6C8F0118-4D81-2719-FD23-8679804180DC}"/>
          </ac:spMkLst>
        </pc:spChg>
        <pc:spChg chg="add mod">
          <ac:chgData name="Zweig, Vivian" userId="bf981b69-84c6-4ab7-b3f7-fd1293bc0910" providerId="ADAL" clId="{C90F4235-2E0C-42E6-8B8C-E90386F07337}" dt="2026-10-13T15:30:18.482" v="5434" actId="1037"/>
          <ac:spMkLst>
            <pc:docMk/>
            <pc:sldMk cId="1505389313" sldId="261"/>
            <ac:spMk id="14" creationId="{3FDAB01D-BE64-5448-E4B9-1A8499F21013}"/>
          </ac:spMkLst>
        </pc:spChg>
        <pc:spChg chg="add mod">
          <ac:chgData name="Zweig, Vivian" userId="bf981b69-84c6-4ab7-b3f7-fd1293bc0910" providerId="ADAL" clId="{C90F4235-2E0C-42E6-8B8C-E90386F07337}" dt="2026-10-13T15:30:34.201" v="5519" actId="1038"/>
          <ac:spMkLst>
            <pc:docMk/>
            <pc:sldMk cId="1505389313" sldId="261"/>
            <ac:spMk id="16" creationId="{23D96791-B90C-CD4B-409D-F8A3F4CFB653}"/>
          </ac:spMkLst>
        </pc:spChg>
        <pc:spChg chg="add mod">
          <ac:chgData name="Zweig, Vivian" userId="bf981b69-84c6-4ab7-b3f7-fd1293bc0910" providerId="ADAL" clId="{C90F4235-2E0C-42E6-8B8C-E90386F07337}" dt="2026-10-13T15:30:42.954" v="5575" actId="1038"/>
          <ac:spMkLst>
            <pc:docMk/>
            <pc:sldMk cId="1505389313" sldId="261"/>
            <ac:spMk id="18" creationId="{84374592-EB72-38C0-3679-2A1B04B58BF9}"/>
          </ac:spMkLst>
        </pc:spChg>
        <pc:spChg chg="add mod">
          <ac:chgData name="Zweig, Vivian" userId="bf981b69-84c6-4ab7-b3f7-fd1293bc0910" providerId="ADAL" clId="{C90F4235-2E0C-42E6-8B8C-E90386F07337}" dt="2026-10-13T15:33:45.652" v="6004" actId="1036"/>
          <ac:spMkLst>
            <pc:docMk/>
            <pc:sldMk cId="1505389313" sldId="261"/>
            <ac:spMk id="19" creationId="{0DCD7829-3475-3C55-3F7B-658D023926AB}"/>
          </ac:spMkLst>
        </pc:spChg>
        <pc:spChg chg="add mod">
          <ac:chgData name="Zweig, Vivian" userId="bf981b69-84c6-4ab7-b3f7-fd1293bc0910" providerId="ADAL" clId="{C90F4235-2E0C-42E6-8B8C-E90386F07337}" dt="2026-10-13T15:41:21.061" v="6520" actId="20577"/>
          <ac:spMkLst>
            <pc:docMk/>
            <pc:sldMk cId="1505389313" sldId="261"/>
            <ac:spMk id="20" creationId="{BB6D520F-D118-C71D-9C8C-C451F6BDC5D3}"/>
          </ac:spMkLst>
        </pc:spChg>
        <pc:spChg chg="add mod">
          <ac:chgData name="Zweig, Vivian" userId="bf981b69-84c6-4ab7-b3f7-fd1293bc0910" providerId="ADAL" clId="{C90F4235-2E0C-42E6-8B8C-E90386F07337}" dt="2026-10-13T16:07:02.846" v="6740" actId="1076"/>
          <ac:spMkLst>
            <pc:docMk/>
            <pc:sldMk cId="1505389313" sldId="261"/>
            <ac:spMk id="21" creationId="{D8393E21-D45B-6C3A-1EBE-85C2F29E4240}"/>
          </ac:spMkLst>
        </pc:spChg>
        <pc:picChg chg="add mod">
          <ac:chgData name="Zweig, Vivian" userId="bf981b69-84c6-4ab7-b3f7-fd1293bc0910" providerId="ADAL" clId="{C90F4235-2E0C-42E6-8B8C-E90386F07337}" dt="2026-10-13T15:29:15.808" v="5279" actId="1076"/>
          <ac:picMkLst>
            <pc:docMk/>
            <pc:sldMk cId="1505389313" sldId="261"/>
            <ac:picMk id="5" creationId="{AAC65E0D-0577-34ED-7F8E-17E33D5292E3}"/>
          </ac:picMkLst>
        </pc:picChg>
        <pc:cxnChg chg="add del mod">
          <ac:chgData name="Zweig, Vivian" userId="bf981b69-84c6-4ab7-b3f7-fd1293bc0910" providerId="ADAL" clId="{C90F4235-2E0C-42E6-8B8C-E90386F07337}" dt="2026-10-13T16:06:45.633" v="6721" actId="478"/>
          <ac:cxnSpMkLst>
            <pc:docMk/>
            <pc:sldMk cId="1505389313" sldId="261"/>
            <ac:cxnSpMk id="23" creationId="{F9805443-A8D6-DADD-1092-7B3050E5E8C9}"/>
          </ac:cxnSpMkLst>
        </pc:cxnChg>
        <pc:cxnChg chg="add del mod">
          <ac:chgData name="Zweig, Vivian" userId="bf981b69-84c6-4ab7-b3f7-fd1293bc0910" providerId="ADAL" clId="{C90F4235-2E0C-42E6-8B8C-E90386F07337}" dt="2026-10-13T15:37:24" v="6209" actId="478"/>
          <ac:cxnSpMkLst>
            <pc:docMk/>
            <pc:sldMk cId="1505389313" sldId="261"/>
            <ac:cxnSpMk id="25" creationId="{034E52F4-9384-36CF-6708-95DAC53EA0FA}"/>
          </ac:cxnSpMkLst>
        </pc:cxnChg>
        <pc:cxnChg chg="add mod">
          <ac:chgData name="Zweig, Vivian" userId="bf981b69-84c6-4ab7-b3f7-fd1293bc0910" providerId="ADAL" clId="{C90F4235-2E0C-42E6-8B8C-E90386F07337}" dt="2026-10-13T16:07:22.121" v="6743" actId="14100"/>
          <ac:cxnSpMkLst>
            <pc:docMk/>
            <pc:sldMk cId="1505389313" sldId="261"/>
            <ac:cxnSpMk id="27" creationId="{5A897443-6AAF-7590-E819-491D0C0143BF}"/>
          </ac:cxnSpMkLst>
        </pc:cxnChg>
        <pc:cxnChg chg="add mod">
          <ac:chgData name="Zweig, Vivian" userId="bf981b69-84c6-4ab7-b3f7-fd1293bc0910" providerId="ADAL" clId="{C90F4235-2E0C-42E6-8B8C-E90386F07337}" dt="2026-10-13T16:07:18.680" v="6742" actId="14100"/>
          <ac:cxnSpMkLst>
            <pc:docMk/>
            <pc:sldMk cId="1505389313" sldId="261"/>
            <ac:cxnSpMk id="29" creationId="{6825C472-57F1-9ABE-F637-7A5BD2E27E36}"/>
          </ac:cxnSpMkLst>
        </pc:cxnChg>
        <pc:cxnChg chg="add mod">
          <ac:chgData name="Zweig, Vivian" userId="bf981b69-84c6-4ab7-b3f7-fd1293bc0910" providerId="ADAL" clId="{C90F4235-2E0C-42E6-8B8C-E90386F07337}" dt="2026-10-13T16:07:16.022" v="6741" actId="14100"/>
          <ac:cxnSpMkLst>
            <pc:docMk/>
            <pc:sldMk cId="1505389313" sldId="261"/>
            <ac:cxnSpMk id="31" creationId="{C43FA5C3-F703-9D84-ACD0-10AA1AFE364D}"/>
          </ac:cxnSpMkLst>
        </pc:cxnChg>
      </pc:sldChg>
      <pc:sldChg chg="addSp delSp modSp new mod modNotesTx">
        <pc:chgData name="Zweig, Vivian" userId="bf981b69-84c6-4ab7-b3f7-fd1293bc0910" providerId="ADAL" clId="{C90F4235-2E0C-42E6-8B8C-E90386F07337}" dt="2026-10-13T15:41:12.888" v="6506" actId="20577"/>
        <pc:sldMkLst>
          <pc:docMk/>
          <pc:sldMk cId="1391111723" sldId="262"/>
        </pc:sldMkLst>
        <pc:spChg chg="mod">
          <ac:chgData name="Zweig, Vivian" userId="bf981b69-84c6-4ab7-b3f7-fd1293bc0910" providerId="ADAL" clId="{C90F4235-2E0C-42E6-8B8C-E90386F07337}" dt="2026-10-13T15:41:12.888" v="6506" actId="20577"/>
          <ac:spMkLst>
            <pc:docMk/>
            <pc:sldMk cId="1391111723" sldId="262"/>
            <ac:spMk id="2" creationId="{7E8AC6BD-AB7A-AEBF-1FDB-1B3E6AC2B7FD}"/>
          </ac:spMkLst>
        </pc:spChg>
        <pc:picChg chg="add mod">
          <ac:chgData name="Zweig, Vivian" userId="bf981b69-84c6-4ab7-b3f7-fd1293bc0910" providerId="ADAL" clId="{C90F4235-2E0C-42E6-8B8C-E90386F07337}" dt="2026-10-12T16:18:04.116" v="1090" actId="1036"/>
          <ac:picMkLst>
            <pc:docMk/>
            <pc:sldMk cId="1391111723" sldId="262"/>
            <ac:picMk id="5" creationId="{D16F5637-337C-774D-C6F8-3223FC5C635B}"/>
          </ac:picMkLst>
        </pc:picChg>
      </pc:sldChg>
      <pc:sldChg chg="addSp delSp modSp new mod">
        <pc:chgData name="Zweig, Vivian" userId="bf981b69-84c6-4ab7-b3f7-fd1293bc0910" providerId="ADAL" clId="{C90F4235-2E0C-42E6-8B8C-E90386F07337}" dt="2026-10-12T16:19:20.009" v="1178" actId="1037"/>
        <pc:sldMkLst>
          <pc:docMk/>
          <pc:sldMk cId="2934061770" sldId="263"/>
        </pc:sldMkLst>
        <pc:spChg chg="mod">
          <ac:chgData name="Zweig, Vivian" userId="bf981b69-84c6-4ab7-b3f7-fd1293bc0910" providerId="ADAL" clId="{C90F4235-2E0C-42E6-8B8C-E90386F07337}" dt="2026-10-12T16:19:16.997" v="1174" actId="1035"/>
          <ac:spMkLst>
            <pc:docMk/>
            <pc:sldMk cId="2934061770" sldId="263"/>
            <ac:spMk id="2" creationId="{B2196E89-D4CB-246E-0934-1C7C08FB4DAF}"/>
          </ac:spMkLst>
        </pc:spChg>
        <pc:picChg chg="add mod">
          <ac:chgData name="Zweig, Vivian" userId="bf981b69-84c6-4ab7-b3f7-fd1293bc0910" providerId="ADAL" clId="{C90F4235-2E0C-42E6-8B8C-E90386F07337}" dt="2026-10-12T16:19:20.009" v="1178" actId="1037"/>
          <ac:picMkLst>
            <pc:docMk/>
            <pc:sldMk cId="2934061770" sldId="263"/>
            <ac:picMk id="5" creationId="{E09BF0A2-94F6-D9FB-7854-2AD4AF8F652B}"/>
          </ac:picMkLst>
        </pc:picChg>
      </pc:sldChg>
      <pc:sldChg chg="addSp delSp modSp new del mod">
        <pc:chgData name="Zweig, Vivian" userId="bf981b69-84c6-4ab7-b3f7-fd1293bc0910" providerId="ADAL" clId="{C90F4235-2E0C-42E6-8B8C-E90386F07337}" dt="2026-10-12T17:23:09.784" v="3713" actId="2696"/>
        <pc:sldMkLst>
          <pc:docMk/>
          <pc:sldMk cId="2821093446" sldId="264"/>
        </pc:sldMkLst>
        <pc:spChg chg="del">
          <ac:chgData name="Zweig, Vivian" userId="bf981b69-84c6-4ab7-b3f7-fd1293bc0910" providerId="ADAL" clId="{C90F4235-2E0C-42E6-8B8C-E90386F07337}" dt="2026-10-12T17:00:04.292" v="3067" actId="478"/>
          <ac:spMkLst>
            <pc:docMk/>
            <pc:sldMk cId="2821093446" sldId="264"/>
            <ac:spMk id="3" creationId="{BF7C9078-13AA-BDFB-796E-BBDC3C65915B}"/>
          </ac:spMkLst>
        </pc:spChg>
        <pc:spChg chg="add del mod">
          <ac:chgData name="Zweig, Vivian" userId="bf981b69-84c6-4ab7-b3f7-fd1293bc0910" providerId="ADAL" clId="{C90F4235-2E0C-42E6-8B8C-E90386F07337}" dt="2026-10-12T16:59:57.575" v="3064" actId="478"/>
          <ac:spMkLst>
            <pc:docMk/>
            <pc:sldMk cId="2821093446" sldId="264"/>
            <ac:spMk id="6" creationId="{F3BD0CAA-F12B-BD8D-5959-834DDF1DA121}"/>
          </ac:spMkLst>
        </pc:spChg>
        <pc:picChg chg="add mod">
          <ac:chgData name="Zweig, Vivian" userId="bf981b69-84c6-4ab7-b3f7-fd1293bc0910" providerId="ADAL" clId="{C90F4235-2E0C-42E6-8B8C-E90386F07337}" dt="2026-10-12T17:00:10.573" v="3068" actId="1076"/>
          <ac:picMkLst>
            <pc:docMk/>
            <pc:sldMk cId="2821093446" sldId="264"/>
            <ac:picMk id="5" creationId="{CE938314-B422-E485-4CF5-9FDD03CE5BB3}"/>
          </ac:picMkLst>
        </pc:picChg>
      </pc:sldChg>
      <pc:sldChg chg="addSp delSp modSp new mod modNotesTx">
        <pc:chgData name="Zweig, Vivian" userId="bf981b69-84c6-4ab7-b3f7-fd1293bc0910" providerId="ADAL" clId="{C90F4235-2E0C-42E6-8B8C-E90386F07337}" dt="2026-10-13T15:57:27.610" v="6714" actId="20577"/>
        <pc:sldMkLst>
          <pc:docMk/>
          <pc:sldMk cId="2774183190" sldId="265"/>
        </pc:sldMkLst>
        <pc:spChg chg="mod">
          <ac:chgData name="Zweig, Vivian" userId="bf981b69-84c6-4ab7-b3f7-fd1293bc0910" providerId="ADAL" clId="{C90F4235-2E0C-42E6-8B8C-E90386F07337}" dt="2026-10-12T16:46:05.794" v="2366" actId="1035"/>
          <ac:spMkLst>
            <pc:docMk/>
            <pc:sldMk cId="2774183190" sldId="265"/>
            <ac:spMk id="2" creationId="{C83D9C66-E794-1424-9691-584E0051A3B0}"/>
          </ac:spMkLst>
        </pc:spChg>
        <pc:spChg chg="del mod">
          <ac:chgData name="Zweig, Vivian" userId="bf981b69-84c6-4ab7-b3f7-fd1293bc0910" providerId="ADAL" clId="{C90F4235-2E0C-42E6-8B8C-E90386F07337}" dt="2026-10-12T16:28:57.541" v="1704" actId="12084"/>
          <ac:spMkLst>
            <pc:docMk/>
            <pc:sldMk cId="2774183190" sldId="265"/>
            <ac:spMk id="3" creationId="{15CD2117-1EE0-A1D8-D9FA-3C055D8BB333}"/>
          </ac:spMkLst>
        </pc:spChg>
        <pc:spChg chg="add del mod">
          <ac:chgData name="Zweig, Vivian" userId="bf981b69-84c6-4ab7-b3f7-fd1293bc0910" providerId="ADAL" clId="{C90F4235-2E0C-42E6-8B8C-E90386F07337}" dt="2026-10-12T16:38:28.346" v="1895" actId="478"/>
          <ac:spMkLst>
            <pc:docMk/>
            <pc:sldMk cId="2774183190" sldId="265"/>
            <ac:spMk id="6" creationId="{ECBE3AAD-9642-E81C-D251-FA568D5EB458}"/>
          </ac:spMkLst>
        </pc:spChg>
        <pc:spChg chg="add del mod">
          <ac:chgData name="Zweig, Vivian" userId="bf981b69-84c6-4ab7-b3f7-fd1293bc0910" providerId="ADAL" clId="{C90F4235-2E0C-42E6-8B8C-E90386F07337}" dt="2026-10-12T16:43:18.445" v="2327" actId="478"/>
          <ac:spMkLst>
            <pc:docMk/>
            <pc:sldMk cId="2774183190" sldId="265"/>
            <ac:spMk id="7" creationId="{D04259C1-EB57-BD1A-A72D-82574E2DDBBE}"/>
          </ac:spMkLst>
        </pc:spChg>
        <pc:spChg chg="add del mod">
          <ac:chgData name="Zweig, Vivian" userId="bf981b69-84c6-4ab7-b3f7-fd1293bc0910" providerId="ADAL" clId="{C90F4235-2E0C-42E6-8B8C-E90386F07337}" dt="2026-10-12T16:43:19.671" v="2328" actId="478"/>
          <ac:spMkLst>
            <pc:docMk/>
            <pc:sldMk cId="2774183190" sldId="265"/>
            <ac:spMk id="8" creationId="{429D82F8-B93F-7A48-101F-4FB82846994D}"/>
          </ac:spMkLst>
        </pc:spChg>
        <pc:spChg chg="add del mod">
          <ac:chgData name="Zweig, Vivian" userId="bf981b69-84c6-4ab7-b3f7-fd1293bc0910" providerId="ADAL" clId="{C90F4235-2E0C-42E6-8B8C-E90386F07337}" dt="2026-10-12T16:43:23.713" v="2330" actId="478"/>
          <ac:spMkLst>
            <pc:docMk/>
            <pc:sldMk cId="2774183190" sldId="265"/>
            <ac:spMk id="10" creationId="{7475C288-6F56-3DC8-D0AC-0B25D264B79E}"/>
          </ac:spMkLst>
        </pc:spChg>
        <pc:spChg chg="add del mod">
          <ac:chgData name="Zweig, Vivian" userId="bf981b69-84c6-4ab7-b3f7-fd1293bc0910" providerId="ADAL" clId="{C90F4235-2E0C-42E6-8B8C-E90386F07337}" dt="2026-10-12T16:42:07.275" v="2125"/>
          <ac:spMkLst>
            <pc:docMk/>
            <pc:sldMk cId="2774183190" sldId="265"/>
            <ac:spMk id="11" creationId="{5872FB38-3DAC-F236-8889-150C71F77CAC}"/>
          </ac:spMkLst>
        </pc:spChg>
        <pc:spChg chg="add del">
          <ac:chgData name="Zweig, Vivian" userId="bf981b69-84c6-4ab7-b3f7-fd1293bc0910" providerId="ADAL" clId="{C90F4235-2E0C-42E6-8B8C-E90386F07337}" dt="2026-10-12T16:42:07.273" v="2123" actId="478"/>
          <ac:spMkLst>
            <pc:docMk/>
            <pc:sldMk cId="2774183190" sldId="265"/>
            <ac:spMk id="13" creationId="{C07AFEDE-5AC9-E16C-C368-ECDCBA0894EF}"/>
          </ac:spMkLst>
        </pc:spChg>
        <pc:spChg chg="add del mod">
          <ac:chgData name="Zweig, Vivian" userId="bf981b69-84c6-4ab7-b3f7-fd1293bc0910" providerId="ADAL" clId="{C90F4235-2E0C-42E6-8B8C-E90386F07337}" dt="2026-10-12T16:43:49.745" v="2332" actId="12084"/>
          <ac:spMkLst>
            <pc:docMk/>
            <pc:sldMk cId="2774183190" sldId="265"/>
            <ac:spMk id="14" creationId="{CF8BEB0C-161F-10EE-C727-C63661D7E6F5}"/>
          </ac:spMkLst>
        </pc:spChg>
        <pc:spChg chg="add mod">
          <ac:chgData name="Zweig, Vivian" userId="bf981b69-84c6-4ab7-b3f7-fd1293bc0910" providerId="ADAL" clId="{C90F4235-2E0C-42E6-8B8C-E90386F07337}" dt="2026-10-12T16:59:08.815" v="3062" actId="14100"/>
          <ac:spMkLst>
            <pc:docMk/>
            <pc:sldMk cId="2774183190" sldId="265"/>
            <ac:spMk id="16" creationId="{0635B63A-B6D4-3735-B2E1-90CD5FD7552F}"/>
          </ac:spMkLst>
        </pc:spChg>
        <pc:graphicFrameChg chg="add del mod">
          <ac:chgData name="Zweig, Vivian" userId="bf981b69-84c6-4ab7-b3f7-fd1293bc0910" providerId="ADAL" clId="{C90F4235-2E0C-42E6-8B8C-E90386F07337}" dt="2026-10-12T16:38:24.677" v="1894" actId="478"/>
          <ac:graphicFrameMkLst>
            <pc:docMk/>
            <pc:sldMk cId="2774183190" sldId="265"/>
            <ac:graphicFrameMk id="4" creationId="{3D9D62B1-EA12-00A9-0C1F-3C9305CF1E25}"/>
          </ac:graphicFrameMkLst>
        </pc:graphicFrameChg>
        <pc:graphicFrameChg chg="add mod modGraphic">
          <ac:chgData name="Zweig, Vivian" userId="bf981b69-84c6-4ab7-b3f7-fd1293bc0910" providerId="ADAL" clId="{C90F4235-2E0C-42E6-8B8C-E90386F07337}" dt="2026-10-12T16:59:19.089" v="3063" actId="113"/>
          <ac:graphicFrameMkLst>
            <pc:docMk/>
            <pc:sldMk cId="2774183190" sldId="265"/>
            <ac:graphicFrameMk id="15" creationId="{CB115DDF-E35C-010A-8C60-D5D57F59BAA3}"/>
          </ac:graphicFrameMkLst>
        </pc:graphicFrameChg>
      </pc:sldChg>
      <pc:sldChg chg="addSp delSp modSp new mod modNotesTx">
        <pc:chgData name="Zweig, Vivian" userId="bf981b69-84c6-4ab7-b3f7-fd1293bc0910" providerId="ADAL" clId="{C90F4235-2E0C-42E6-8B8C-E90386F07337}" dt="2026-10-13T15:57:17.021" v="6705" actId="20577"/>
        <pc:sldMkLst>
          <pc:docMk/>
          <pc:sldMk cId="270702437" sldId="266"/>
        </pc:sldMkLst>
        <pc:spChg chg="mod">
          <ac:chgData name="Zweig, Vivian" userId="bf981b69-84c6-4ab7-b3f7-fd1293bc0910" providerId="ADAL" clId="{C90F4235-2E0C-42E6-8B8C-E90386F07337}" dt="2026-10-12T16:32:00.323" v="1779"/>
          <ac:spMkLst>
            <pc:docMk/>
            <pc:sldMk cId="270702437" sldId="266"/>
            <ac:spMk id="2" creationId="{27BA1C16-57EA-6262-C2D9-034761382F81}"/>
          </ac:spMkLst>
        </pc:spChg>
        <pc:spChg chg="del mod">
          <ac:chgData name="Zweig, Vivian" userId="bf981b69-84c6-4ab7-b3f7-fd1293bc0910" providerId="ADAL" clId="{C90F4235-2E0C-42E6-8B8C-E90386F07337}" dt="2026-10-12T16:32:03.747" v="1782" actId="478"/>
          <ac:spMkLst>
            <pc:docMk/>
            <pc:sldMk cId="270702437" sldId="266"/>
            <ac:spMk id="3" creationId="{36629843-D7AC-BBBB-CF9B-A1CF601A0CD1}"/>
          </ac:spMkLst>
        </pc:spChg>
        <pc:spChg chg="add del mod">
          <ac:chgData name="Zweig, Vivian" userId="bf981b69-84c6-4ab7-b3f7-fd1293bc0910" providerId="ADAL" clId="{C90F4235-2E0C-42E6-8B8C-E90386F07337}" dt="2026-10-12T16:32:16.514" v="1787" actId="478"/>
          <ac:spMkLst>
            <pc:docMk/>
            <pc:sldMk cId="270702437" sldId="266"/>
            <ac:spMk id="6" creationId="{341D727D-2E27-6326-A694-31D24DC21CFB}"/>
          </ac:spMkLst>
        </pc:spChg>
        <pc:spChg chg="add mod">
          <ac:chgData name="Zweig, Vivian" userId="bf981b69-84c6-4ab7-b3f7-fd1293bc0910" providerId="ADAL" clId="{C90F4235-2E0C-42E6-8B8C-E90386F07337}" dt="2026-10-12T16:37:48.995" v="1891" actId="1038"/>
          <ac:spMkLst>
            <pc:docMk/>
            <pc:sldMk cId="270702437" sldId="266"/>
            <ac:spMk id="11" creationId="{F9AB8A75-ED4B-D1D7-D439-067B7755D94B}"/>
          </ac:spMkLst>
        </pc:spChg>
        <pc:spChg chg="add mod">
          <ac:chgData name="Zweig, Vivian" userId="bf981b69-84c6-4ab7-b3f7-fd1293bc0910" providerId="ADAL" clId="{C90F4235-2E0C-42E6-8B8C-E90386F07337}" dt="2026-10-12T16:37:48.995" v="1891" actId="1038"/>
          <ac:spMkLst>
            <pc:docMk/>
            <pc:sldMk cId="270702437" sldId="266"/>
            <ac:spMk id="13" creationId="{2833FE8B-0FFD-F55D-C366-618E94C174D3}"/>
          </ac:spMkLst>
        </pc:spChg>
        <pc:spChg chg="add mod">
          <ac:chgData name="Zweig, Vivian" userId="bf981b69-84c6-4ab7-b3f7-fd1293bc0910" providerId="ADAL" clId="{C90F4235-2E0C-42E6-8B8C-E90386F07337}" dt="2026-10-12T16:37:48.995" v="1891" actId="1038"/>
          <ac:spMkLst>
            <pc:docMk/>
            <pc:sldMk cId="270702437" sldId="266"/>
            <ac:spMk id="16" creationId="{557DD4DB-C15F-EDE4-ECD2-0682E5D4FC68}"/>
          </ac:spMkLst>
        </pc:spChg>
        <pc:spChg chg="add del mod">
          <ac:chgData name="Zweig, Vivian" userId="bf981b69-84c6-4ab7-b3f7-fd1293bc0910" providerId="ADAL" clId="{C90F4235-2E0C-42E6-8B8C-E90386F07337}" dt="2026-10-12T16:36:46.730" v="1872" actId="478"/>
          <ac:spMkLst>
            <pc:docMk/>
            <pc:sldMk cId="270702437" sldId="266"/>
            <ac:spMk id="17" creationId="{675CC4FC-CD00-30F8-D55C-B4FA3046F0E3}"/>
          </ac:spMkLst>
        </pc:spChg>
        <pc:spChg chg="add mod">
          <ac:chgData name="Zweig, Vivian" userId="bf981b69-84c6-4ab7-b3f7-fd1293bc0910" providerId="ADAL" clId="{C90F4235-2E0C-42E6-8B8C-E90386F07337}" dt="2026-10-12T16:37:48.995" v="1891" actId="1038"/>
          <ac:spMkLst>
            <pc:docMk/>
            <pc:sldMk cId="270702437" sldId="266"/>
            <ac:spMk id="18" creationId="{19AC5C9B-89AF-03DF-6E2B-C0591DDF3754}"/>
          </ac:spMkLst>
        </pc:spChg>
        <pc:picChg chg="add del mod">
          <ac:chgData name="Zweig, Vivian" userId="bf981b69-84c6-4ab7-b3f7-fd1293bc0910" providerId="ADAL" clId="{C90F4235-2E0C-42E6-8B8C-E90386F07337}" dt="2026-10-12T16:32:16.514" v="1787" actId="478"/>
          <ac:picMkLst>
            <pc:docMk/>
            <pc:sldMk cId="270702437" sldId="266"/>
            <ac:picMk id="7" creationId="{A9836F3D-C284-A8FE-A5B3-B56367290031}"/>
          </ac:picMkLst>
        </pc:picChg>
        <pc:picChg chg="add del mod">
          <ac:chgData name="Zweig, Vivian" userId="bf981b69-84c6-4ab7-b3f7-fd1293bc0910" providerId="ADAL" clId="{C90F4235-2E0C-42E6-8B8C-E90386F07337}" dt="2026-10-12T16:32:42.751" v="1792" actId="478"/>
          <ac:picMkLst>
            <pc:docMk/>
            <pc:sldMk cId="270702437" sldId="266"/>
            <ac:picMk id="8" creationId="{39B6C70E-5947-8E79-B93B-360BBC103EBB}"/>
          </ac:picMkLst>
        </pc:picChg>
        <pc:picChg chg="add mod">
          <ac:chgData name="Zweig, Vivian" userId="bf981b69-84c6-4ab7-b3f7-fd1293bc0910" providerId="ADAL" clId="{C90F4235-2E0C-42E6-8B8C-E90386F07337}" dt="2026-10-12T16:37:48.995" v="1891" actId="1038"/>
          <ac:picMkLst>
            <pc:docMk/>
            <pc:sldMk cId="270702437" sldId="266"/>
            <ac:picMk id="9" creationId="{875A6C29-FAB3-2023-E8F4-A766A5C6F6C2}"/>
          </ac:picMkLst>
        </pc:picChg>
        <pc:picChg chg="add mod">
          <ac:chgData name="Zweig, Vivian" userId="bf981b69-84c6-4ab7-b3f7-fd1293bc0910" providerId="ADAL" clId="{C90F4235-2E0C-42E6-8B8C-E90386F07337}" dt="2026-10-12T16:37:48.995" v="1891" actId="1038"/>
          <ac:picMkLst>
            <pc:docMk/>
            <pc:sldMk cId="270702437" sldId="266"/>
            <ac:picMk id="14" creationId="{EE70A72E-5EBC-C473-BF40-375AEE7746D7}"/>
          </ac:picMkLst>
        </pc:picChg>
      </pc:sldChg>
      <pc:sldChg chg="addSp new del mod">
        <pc:chgData name="Zweig, Vivian" userId="bf981b69-84c6-4ab7-b3f7-fd1293bc0910" providerId="ADAL" clId="{C90F4235-2E0C-42E6-8B8C-E90386F07337}" dt="2026-10-12T16:31:21.781" v="1770" actId="2696"/>
        <pc:sldMkLst>
          <pc:docMk/>
          <pc:sldMk cId="2433180637" sldId="266"/>
        </pc:sldMkLst>
        <pc:spChg chg="add">
          <ac:chgData name="Zweig, Vivian" userId="bf981b69-84c6-4ab7-b3f7-fd1293bc0910" providerId="ADAL" clId="{C90F4235-2E0C-42E6-8B8C-E90386F07337}" dt="2026-10-12T16:31:11.001" v="1768" actId="22"/>
          <ac:spMkLst>
            <pc:docMk/>
            <pc:sldMk cId="2433180637" sldId="266"/>
            <ac:spMk id="5" creationId="{E2448530-C001-9E46-75B9-1A26A3A435B1}"/>
          </ac:spMkLst>
        </pc:spChg>
      </pc:sldChg>
      <pc:sldChg chg="addSp delSp modSp new del mod modShow">
        <pc:chgData name="Zweig, Vivian" userId="bf981b69-84c6-4ab7-b3f7-fd1293bc0910" providerId="ADAL" clId="{C90F4235-2E0C-42E6-8B8C-E90386F07337}" dt="2026-10-12T17:22:44.678" v="3712" actId="2696"/>
        <pc:sldMkLst>
          <pc:docMk/>
          <pc:sldMk cId="3041421815" sldId="267"/>
        </pc:sldMkLst>
        <pc:spChg chg="del mod">
          <ac:chgData name="Zweig, Vivian" userId="bf981b69-84c6-4ab7-b3f7-fd1293bc0910" providerId="ADAL" clId="{C90F4235-2E0C-42E6-8B8C-E90386F07337}" dt="2026-10-12T17:13:50.359" v="3292" actId="478"/>
          <ac:spMkLst>
            <pc:docMk/>
            <pc:sldMk cId="3041421815" sldId="267"/>
            <ac:spMk id="3" creationId="{1F11B265-4DAE-DC7F-33B6-9856ABB5725A}"/>
          </ac:spMkLst>
        </pc:spChg>
        <pc:picChg chg="add mod">
          <ac:chgData name="Zweig, Vivian" userId="bf981b69-84c6-4ab7-b3f7-fd1293bc0910" providerId="ADAL" clId="{C90F4235-2E0C-42E6-8B8C-E90386F07337}" dt="2026-10-12T17:14:00.824" v="3337" actId="1037"/>
          <ac:picMkLst>
            <pc:docMk/>
            <pc:sldMk cId="3041421815" sldId="267"/>
            <ac:picMk id="5" creationId="{53CFA5FD-9775-E81E-C325-8FB9F19B4A2A}"/>
          </ac:picMkLst>
        </pc:picChg>
      </pc:sldChg>
      <pc:sldChg chg="addSp delSp modSp new del mod modShow">
        <pc:chgData name="Zweig, Vivian" userId="bf981b69-84c6-4ab7-b3f7-fd1293bc0910" providerId="ADAL" clId="{C90F4235-2E0C-42E6-8B8C-E90386F07337}" dt="2026-10-12T17:23:09.784" v="3713" actId="2696"/>
        <pc:sldMkLst>
          <pc:docMk/>
          <pc:sldMk cId="468248354" sldId="268"/>
        </pc:sldMkLst>
        <pc:spChg chg="del">
          <ac:chgData name="Zweig, Vivian" userId="bf981b69-84c6-4ab7-b3f7-fd1293bc0910" providerId="ADAL" clId="{C90F4235-2E0C-42E6-8B8C-E90386F07337}" dt="2026-10-12T17:14:42.670" v="3340" actId="478"/>
          <ac:spMkLst>
            <pc:docMk/>
            <pc:sldMk cId="468248354" sldId="268"/>
            <ac:spMk id="3" creationId="{3DDD0F2B-16B5-01EB-6655-259DCEDE5111}"/>
          </ac:spMkLst>
        </pc:spChg>
        <pc:picChg chg="add mod">
          <ac:chgData name="Zweig, Vivian" userId="bf981b69-84c6-4ab7-b3f7-fd1293bc0910" providerId="ADAL" clId="{C90F4235-2E0C-42E6-8B8C-E90386F07337}" dt="2026-10-12T17:14:47.423" v="3377" actId="1035"/>
          <ac:picMkLst>
            <pc:docMk/>
            <pc:sldMk cId="468248354" sldId="268"/>
            <ac:picMk id="5" creationId="{59E67032-A47F-9EF4-424D-05981681BAD9}"/>
          </ac:picMkLst>
        </pc:picChg>
      </pc:sldChg>
      <pc:sldChg chg="addSp delSp modSp new mod modShow">
        <pc:chgData name="Zweig, Vivian" userId="bf981b69-84c6-4ab7-b3f7-fd1293bc0910" providerId="ADAL" clId="{C90F4235-2E0C-42E6-8B8C-E90386F07337}" dt="2026-10-13T15:43:32.609" v="6530" actId="1035"/>
        <pc:sldMkLst>
          <pc:docMk/>
          <pc:sldMk cId="1507723074" sldId="269"/>
        </pc:sldMkLst>
        <pc:spChg chg="mod">
          <ac:chgData name="Zweig, Vivian" userId="bf981b69-84c6-4ab7-b3f7-fd1293bc0910" providerId="ADAL" clId="{C90F4235-2E0C-42E6-8B8C-E90386F07337}" dt="2026-10-12T17:19:16.950" v="3432" actId="20577"/>
          <ac:spMkLst>
            <pc:docMk/>
            <pc:sldMk cId="1507723074" sldId="269"/>
            <ac:spMk id="2" creationId="{881C1514-2D17-F6A9-C3B9-EDC4017BBC0C}"/>
          </ac:spMkLst>
        </pc:spChg>
        <pc:spChg chg="del">
          <ac:chgData name="Zweig, Vivian" userId="bf981b69-84c6-4ab7-b3f7-fd1293bc0910" providerId="ADAL" clId="{C90F4235-2E0C-42E6-8B8C-E90386F07337}" dt="2026-10-12T17:16:32.151" v="3384" actId="478"/>
          <ac:spMkLst>
            <pc:docMk/>
            <pc:sldMk cId="1507723074" sldId="269"/>
            <ac:spMk id="3" creationId="{427A4DC9-C0E5-9713-77B0-A005742CFA04}"/>
          </ac:spMkLst>
        </pc:spChg>
        <pc:spChg chg="add mod">
          <ac:chgData name="Zweig, Vivian" userId="bf981b69-84c6-4ab7-b3f7-fd1293bc0910" providerId="ADAL" clId="{C90F4235-2E0C-42E6-8B8C-E90386F07337}" dt="2026-10-13T15:43:32.609" v="6530" actId="1035"/>
          <ac:spMkLst>
            <pc:docMk/>
            <pc:sldMk cId="1507723074" sldId="269"/>
            <ac:spMk id="6" creationId="{CABE2824-B058-DD1A-F964-F223D2FB5D2A}"/>
          </ac:spMkLst>
        </pc:spChg>
        <pc:picChg chg="add mod">
          <ac:chgData name="Zweig, Vivian" userId="bf981b69-84c6-4ab7-b3f7-fd1293bc0910" providerId="ADAL" clId="{C90F4235-2E0C-42E6-8B8C-E90386F07337}" dt="2026-10-13T15:43:29.600" v="6529" actId="1035"/>
          <ac:picMkLst>
            <pc:docMk/>
            <pc:sldMk cId="1507723074" sldId="269"/>
            <ac:picMk id="5" creationId="{38255AA5-7FC6-3080-809D-42B84CBF4A90}"/>
          </ac:picMkLst>
        </pc:picChg>
      </pc:sldChg>
      <pc:sldChg chg="addSp delSp modSp new mod">
        <pc:chgData name="Zweig, Vivian" userId="bf981b69-84c6-4ab7-b3f7-fd1293bc0910" providerId="ADAL" clId="{C90F4235-2E0C-42E6-8B8C-E90386F07337}" dt="2026-10-12T17:46:52.262" v="4085" actId="14100"/>
        <pc:sldMkLst>
          <pc:docMk/>
          <pc:sldMk cId="2153659169" sldId="270"/>
        </pc:sldMkLst>
        <pc:spChg chg="del mod">
          <ac:chgData name="Zweig, Vivian" userId="bf981b69-84c6-4ab7-b3f7-fd1293bc0910" providerId="ADAL" clId="{C90F4235-2E0C-42E6-8B8C-E90386F07337}" dt="2026-10-12T17:42:31.352" v="3985" actId="478"/>
          <ac:spMkLst>
            <pc:docMk/>
            <pc:sldMk cId="2153659169" sldId="270"/>
            <ac:spMk id="2" creationId="{E6418AB1-6587-BA79-F7FB-6107F2B18BB2}"/>
          </ac:spMkLst>
        </pc:spChg>
        <pc:spChg chg="del mod">
          <ac:chgData name="Zweig, Vivian" userId="bf981b69-84c6-4ab7-b3f7-fd1293bc0910" providerId="ADAL" clId="{C90F4235-2E0C-42E6-8B8C-E90386F07337}" dt="2026-10-12T17:40:58.951" v="3980" actId="478"/>
          <ac:spMkLst>
            <pc:docMk/>
            <pc:sldMk cId="2153659169" sldId="270"/>
            <ac:spMk id="3" creationId="{C3BAE490-15E4-53C6-858D-DF31EC4F0901}"/>
          </ac:spMkLst>
        </pc:spChg>
        <pc:spChg chg="add del mod">
          <ac:chgData name="Zweig, Vivian" userId="bf981b69-84c6-4ab7-b3f7-fd1293bc0910" providerId="ADAL" clId="{C90F4235-2E0C-42E6-8B8C-E90386F07337}" dt="2026-10-12T17:42:33.388" v="3986" actId="478"/>
          <ac:spMkLst>
            <pc:docMk/>
            <pc:sldMk cId="2153659169" sldId="270"/>
            <ac:spMk id="9" creationId="{C173B232-2D6D-4F8F-5FAF-6D560B816F68}"/>
          </ac:spMkLst>
        </pc:spChg>
        <pc:spChg chg="add mod">
          <ac:chgData name="Zweig, Vivian" userId="bf981b69-84c6-4ab7-b3f7-fd1293bc0910" providerId="ADAL" clId="{C90F4235-2E0C-42E6-8B8C-E90386F07337}" dt="2026-10-12T17:46:16.300" v="4064" actId="1076"/>
          <ac:spMkLst>
            <pc:docMk/>
            <pc:sldMk cId="2153659169" sldId="270"/>
            <ac:spMk id="24" creationId="{F1674B38-4960-4B96-7D2B-D3194DA17318}"/>
          </ac:spMkLst>
        </pc:spChg>
        <pc:spChg chg="add mod">
          <ac:chgData name="Zweig, Vivian" userId="bf981b69-84c6-4ab7-b3f7-fd1293bc0910" providerId="ADAL" clId="{C90F4235-2E0C-42E6-8B8C-E90386F07337}" dt="2026-10-12T17:46:11.292" v="4063" actId="1076"/>
          <ac:spMkLst>
            <pc:docMk/>
            <pc:sldMk cId="2153659169" sldId="270"/>
            <ac:spMk id="25" creationId="{BCEA7004-978C-4A85-B7D6-9AFCC9EB553F}"/>
          </ac:spMkLst>
        </pc:spChg>
        <pc:spChg chg="add del mod">
          <ac:chgData name="Zweig, Vivian" userId="bf981b69-84c6-4ab7-b3f7-fd1293bc0910" providerId="ADAL" clId="{C90F4235-2E0C-42E6-8B8C-E90386F07337}" dt="2026-10-12T17:46:35.767" v="4067" actId="478"/>
          <ac:spMkLst>
            <pc:docMk/>
            <pc:sldMk cId="2153659169" sldId="270"/>
            <ac:spMk id="27" creationId="{AE74B573-94F4-A774-4A26-77C2AE1FDFA4}"/>
          </ac:spMkLst>
        </pc:spChg>
        <pc:spChg chg="add mod">
          <ac:chgData name="Zweig, Vivian" userId="bf981b69-84c6-4ab7-b3f7-fd1293bc0910" providerId="ADAL" clId="{C90F4235-2E0C-42E6-8B8C-E90386F07337}" dt="2026-10-12T17:46:52.262" v="4085" actId="14100"/>
          <ac:spMkLst>
            <pc:docMk/>
            <pc:sldMk cId="2153659169" sldId="270"/>
            <ac:spMk id="28" creationId="{57CD6471-E486-4FE8-3F29-0A7AC1120753}"/>
          </ac:spMkLst>
        </pc:spChg>
        <pc:picChg chg="add del">
          <ac:chgData name="Zweig, Vivian" userId="bf981b69-84c6-4ab7-b3f7-fd1293bc0910" providerId="ADAL" clId="{C90F4235-2E0C-42E6-8B8C-E90386F07337}" dt="2026-10-12T17:41:07.387" v="3982" actId="478"/>
          <ac:picMkLst>
            <pc:docMk/>
            <pc:sldMk cId="2153659169" sldId="270"/>
            <ac:picMk id="5" creationId="{AA306F93-D578-90CC-56C6-A9079AD37798}"/>
          </ac:picMkLst>
        </pc:picChg>
        <pc:picChg chg="add mod">
          <ac:chgData name="Zweig, Vivian" userId="bf981b69-84c6-4ab7-b3f7-fd1293bc0910" providerId="ADAL" clId="{C90F4235-2E0C-42E6-8B8C-E90386F07337}" dt="2026-10-12T17:46:02.396" v="4060" actId="1076"/>
          <ac:picMkLst>
            <pc:docMk/>
            <pc:sldMk cId="2153659169" sldId="270"/>
            <ac:picMk id="7" creationId="{58A65057-91D8-7E8C-4BD2-93175EBB6688}"/>
          </ac:picMkLst>
        </pc:picChg>
        <pc:cxnChg chg="add mod">
          <ac:chgData name="Zweig, Vivian" userId="bf981b69-84c6-4ab7-b3f7-fd1293bc0910" providerId="ADAL" clId="{C90F4235-2E0C-42E6-8B8C-E90386F07337}" dt="2026-10-12T17:43:38.870" v="3996" actId="14100"/>
          <ac:cxnSpMkLst>
            <pc:docMk/>
            <pc:sldMk cId="2153659169" sldId="270"/>
            <ac:cxnSpMk id="11" creationId="{FE80312F-D50A-5867-C391-1812E7729013}"/>
          </ac:cxnSpMkLst>
        </pc:cxnChg>
        <pc:cxnChg chg="add mod">
          <ac:chgData name="Zweig, Vivian" userId="bf981b69-84c6-4ab7-b3f7-fd1293bc0910" providerId="ADAL" clId="{C90F4235-2E0C-42E6-8B8C-E90386F07337}" dt="2026-10-12T17:44:07.766" v="4009" actId="1036"/>
          <ac:cxnSpMkLst>
            <pc:docMk/>
            <pc:sldMk cId="2153659169" sldId="270"/>
            <ac:cxnSpMk id="14" creationId="{87C4D6A9-A942-0001-B373-B76ABBDBB113}"/>
          </ac:cxnSpMkLst>
        </pc:cxnChg>
        <pc:cxnChg chg="add mod">
          <ac:chgData name="Zweig, Vivian" userId="bf981b69-84c6-4ab7-b3f7-fd1293bc0910" providerId="ADAL" clId="{C90F4235-2E0C-42E6-8B8C-E90386F07337}" dt="2026-10-12T17:44:26.732" v="4013" actId="1038"/>
          <ac:cxnSpMkLst>
            <pc:docMk/>
            <pc:sldMk cId="2153659169" sldId="270"/>
            <ac:cxnSpMk id="17" creationId="{D38B1E48-BCD8-60FF-1812-10DC3444FB6F}"/>
          </ac:cxnSpMkLst>
        </pc:cxnChg>
        <pc:cxnChg chg="add mod">
          <ac:chgData name="Zweig, Vivian" userId="bf981b69-84c6-4ab7-b3f7-fd1293bc0910" providerId="ADAL" clId="{C90F4235-2E0C-42E6-8B8C-E90386F07337}" dt="2026-10-12T17:44:45.079" v="4019" actId="14100"/>
          <ac:cxnSpMkLst>
            <pc:docMk/>
            <pc:sldMk cId="2153659169" sldId="270"/>
            <ac:cxnSpMk id="19" creationId="{411B9320-8B46-FE01-5796-BCFB93E83D1A}"/>
          </ac:cxnSpMkLst>
        </pc:cxnChg>
      </pc:sldChg>
      <pc:sldChg chg="addSp delSp modSp new mod">
        <pc:chgData name="Zweig, Vivian" userId="bf981b69-84c6-4ab7-b3f7-fd1293bc0910" providerId="ADAL" clId="{C90F4235-2E0C-42E6-8B8C-E90386F07337}" dt="2026-10-13T15:48:39.938" v="6685"/>
        <pc:sldMkLst>
          <pc:docMk/>
          <pc:sldMk cId="826625666" sldId="271"/>
        </pc:sldMkLst>
        <pc:spChg chg="mod">
          <ac:chgData name="Zweig, Vivian" userId="bf981b69-84c6-4ab7-b3f7-fd1293bc0910" providerId="ADAL" clId="{C90F4235-2E0C-42E6-8B8C-E90386F07337}" dt="2026-10-13T15:10:38.707" v="4149" actId="20577"/>
          <ac:spMkLst>
            <pc:docMk/>
            <pc:sldMk cId="826625666" sldId="271"/>
            <ac:spMk id="2" creationId="{809116CA-32EA-19B5-5F48-F0ADDDF094E1}"/>
          </ac:spMkLst>
        </pc:spChg>
        <pc:spChg chg="mod">
          <ac:chgData name="Zweig, Vivian" userId="bf981b69-84c6-4ab7-b3f7-fd1293bc0910" providerId="ADAL" clId="{C90F4235-2E0C-42E6-8B8C-E90386F07337}" dt="2026-10-13T15:47:39.286" v="6657" actId="20577"/>
          <ac:spMkLst>
            <pc:docMk/>
            <pc:sldMk cId="826625666" sldId="271"/>
            <ac:spMk id="3" creationId="{9A47B115-8714-A75C-4ED8-564CEFB44602}"/>
          </ac:spMkLst>
        </pc:spChg>
        <pc:graphicFrameChg chg="add mod modGraphic">
          <ac:chgData name="Zweig, Vivian" userId="bf981b69-84c6-4ab7-b3f7-fd1293bc0910" providerId="ADAL" clId="{C90F4235-2E0C-42E6-8B8C-E90386F07337}" dt="2026-10-13T15:48:39.938" v="6685"/>
          <ac:graphicFrameMkLst>
            <pc:docMk/>
            <pc:sldMk cId="826625666" sldId="271"/>
            <ac:graphicFrameMk id="6" creationId="{CBD6FC68-46AA-55DA-9BE0-429357D5D2A3}"/>
          </ac:graphicFrameMkLst>
        </pc:graphicFrameChg>
        <pc:picChg chg="add del">
          <ac:chgData name="Zweig, Vivian" userId="bf981b69-84c6-4ab7-b3f7-fd1293bc0910" providerId="ADAL" clId="{C90F4235-2E0C-42E6-8B8C-E90386F07337}" dt="2026-10-13T15:44:23.825" v="6534" actId="478"/>
          <ac:picMkLst>
            <pc:docMk/>
            <pc:sldMk cId="826625666" sldId="271"/>
            <ac:picMk id="5" creationId="{31A8969B-9CF4-DCBE-5AE1-AAEE95AB468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41FDEFD-ABF3-4E2F-8CD3-6FDAA0064E58}" type="doc">
      <dgm:prSet loTypeId="urn:microsoft.com/office/officeart/2024/layout/NumberedLinearArrowProcess" loCatId="process" qsTypeId="urn:microsoft.com/office/officeart/2005/8/quickstyle/simple1" qsCatId="simple" csTypeId="urn:microsoft.com/office/officeart/2005/8/colors/accent1_2" csCatId="accent1"/>
      <dgm:spPr/>
      <dgm:t>
        <a:bodyPr/>
        <a:lstStyle/>
        <a:p>
          <a:endParaRPr lang="en-US"/>
        </a:p>
      </dgm:t>
    </dgm:pt>
    <dgm:pt modelId="{F1444AF4-BAC2-4181-B6D2-2184F3653599}">
      <dgm:prSet/>
      <dgm:spPr/>
      <dgm:t>
        <a:bodyPr/>
        <a:lstStyle/>
        <a:p>
          <a:r>
            <a:rPr lang="en-US"/>
            <a:t>Memorial Sloan Kettering Cancer (MSK) IMPACT, MET, and CHORD</a:t>
          </a:r>
        </a:p>
      </dgm:t>
    </dgm:pt>
    <dgm:pt modelId="{E2FC669C-2C39-4B5D-B59A-FEE5E0F56192}" type="parTrans" cxnId="{9FB2FE05-CDBE-4765-A17C-0DB093F18A5E}">
      <dgm:prSet/>
      <dgm:spPr/>
      <dgm:t>
        <a:bodyPr/>
        <a:lstStyle/>
        <a:p>
          <a:endParaRPr lang="en-US"/>
        </a:p>
      </dgm:t>
    </dgm:pt>
    <dgm:pt modelId="{AF586C85-DC74-4438-AA8D-39F45990490E}" type="sibTrans" cxnId="{9FB2FE05-CDBE-4765-A17C-0DB093F18A5E}">
      <dgm:prSet phldrT="1" phldr="0"/>
      <dgm:spPr/>
      <dgm:t>
        <a:bodyPr/>
        <a:lstStyle/>
        <a:p>
          <a:r>
            <a:rPr lang="en-US"/>
            <a:t>1</a:t>
          </a:r>
        </a:p>
      </dgm:t>
    </dgm:pt>
    <dgm:pt modelId="{CB235109-918E-44E5-9AFC-783750F0BCD4}">
      <dgm:prSet/>
      <dgm:spPr/>
      <dgm:t>
        <a:bodyPr/>
        <a:lstStyle/>
        <a:p>
          <a:r>
            <a:rPr lang="en-US" b="1" dirty="0"/>
            <a:t>Data exploration reshaped our question </a:t>
          </a:r>
        </a:p>
      </dgm:t>
    </dgm:pt>
    <dgm:pt modelId="{D85EF638-E935-4BE4-B192-8CD71E013EF7}" type="parTrans" cxnId="{A0F9840C-333F-4A51-89A8-6301CAF0291C}">
      <dgm:prSet/>
      <dgm:spPr/>
      <dgm:t>
        <a:bodyPr/>
        <a:lstStyle/>
        <a:p>
          <a:endParaRPr lang="en-US"/>
        </a:p>
      </dgm:t>
    </dgm:pt>
    <dgm:pt modelId="{48E8C695-1ECA-48FC-89F8-0129BE27A2A5}" type="sibTrans" cxnId="{A0F9840C-333F-4A51-89A8-6301CAF0291C}">
      <dgm:prSet phldrT="2" phldr="0"/>
      <dgm:spPr/>
      <dgm:t>
        <a:bodyPr/>
        <a:lstStyle/>
        <a:p>
          <a:r>
            <a:rPr lang="en-US"/>
            <a:t>2</a:t>
          </a:r>
          <a:endParaRPr lang="en-US" dirty="0"/>
        </a:p>
      </dgm:t>
    </dgm:pt>
    <dgm:pt modelId="{2E72743A-0E07-4758-BF4D-7C5F438C2205}">
      <dgm:prSet/>
      <dgm:spPr/>
      <dgm:t>
        <a:bodyPr/>
        <a:lstStyle/>
        <a:p>
          <a:r>
            <a:rPr lang="en-US" b="0" dirty="0"/>
            <a:t>Can we predict if </a:t>
          </a:r>
          <a:r>
            <a:rPr lang="en-US" b="1" dirty="0"/>
            <a:t>a sample was collected pre- or post- treatment</a:t>
          </a:r>
          <a:r>
            <a:rPr lang="en-US" b="0" dirty="0"/>
            <a:t>? Using SHAP, </a:t>
          </a:r>
          <a:r>
            <a:rPr lang="en-US" b="1" dirty="0"/>
            <a:t>what features will our model use </a:t>
          </a:r>
          <a:r>
            <a:rPr lang="en-US" b="0" dirty="0"/>
            <a:t>to make a prediction?</a:t>
          </a:r>
        </a:p>
      </dgm:t>
    </dgm:pt>
    <dgm:pt modelId="{40FD4CF8-566E-466E-83D2-00C357B9D692}" type="parTrans" cxnId="{2C2772D5-001C-405D-A8C4-307A250A9E45}">
      <dgm:prSet/>
      <dgm:spPr/>
      <dgm:t>
        <a:bodyPr/>
        <a:lstStyle/>
        <a:p>
          <a:endParaRPr lang="en-US"/>
        </a:p>
      </dgm:t>
    </dgm:pt>
    <dgm:pt modelId="{288D0C36-1928-42D4-A590-BE547C2D1F37}" type="sibTrans" cxnId="{2C2772D5-001C-405D-A8C4-307A250A9E45}">
      <dgm:prSet phldrT="3" phldr="0"/>
      <dgm:spPr/>
      <dgm:t>
        <a:bodyPr/>
        <a:lstStyle/>
        <a:p>
          <a:r>
            <a:rPr lang="en-US"/>
            <a:t>3</a:t>
          </a:r>
        </a:p>
      </dgm:t>
    </dgm:pt>
    <dgm:pt modelId="{54B911D2-A71F-4749-A0F4-1A919F2A5E1D}" type="pres">
      <dgm:prSet presAssocID="{F41FDEFD-ABF3-4E2F-8CD3-6FDAA0064E58}" presName="linearFlow" presStyleCnt="0">
        <dgm:presLayoutVars>
          <dgm:dir/>
          <dgm:animLvl val="lvl"/>
          <dgm:resizeHandles val="exact"/>
        </dgm:presLayoutVars>
      </dgm:prSet>
      <dgm:spPr/>
    </dgm:pt>
    <dgm:pt modelId="{0D39A8D9-8D95-45C5-AE79-93DAB70901F6}" type="pres">
      <dgm:prSet presAssocID="{F1444AF4-BAC2-4181-B6D2-2184F3653599}" presName="compositeNode" presStyleCnt="0"/>
      <dgm:spPr/>
    </dgm:pt>
    <dgm:pt modelId="{E1246E2D-2022-4050-9334-0F56DAD5C220}" type="pres">
      <dgm:prSet presAssocID="{F1444AF4-BAC2-4181-B6D2-2184F3653599}" presName="parTx" presStyleLbl="node1" presStyleIdx="0" presStyleCnt="0">
        <dgm:presLayoutVars>
          <dgm:chMax val="0"/>
          <dgm:chPref val="0"/>
          <dgm:bulletEnabled val="1"/>
        </dgm:presLayoutVars>
      </dgm:prSet>
      <dgm:spPr/>
    </dgm:pt>
    <dgm:pt modelId="{14A9F4F3-46C7-4D60-92B4-058F9005F0A3}" type="pres">
      <dgm:prSet presAssocID="{F1444AF4-BAC2-4181-B6D2-2184F3653599}" presName="parSh" presStyleCnt="0"/>
      <dgm:spPr/>
    </dgm:pt>
    <dgm:pt modelId="{0C881A73-EE82-4CE5-A75A-2DC97CAE8A92}" type="pres">
      <dgm:prSet presAssocID="{F1444AF4-BAC2-4181-B6D2-2184F3653599}" presName="lineNode" presStyleLbl="alignNode1" presStyleIdx="0" presStyleCnt="9"/>
      <dgm:spPr/>
    </dgm:pt>
    <dgm:pt modelId="{CC343AE4-474F-4CD5-8A97-E6A60600B940}" type="pres">
      <dgm:prSet presAssocID="{F1444AF4-BAC2-4181-B6D2-2184F3653599}" presName="lineArrowNode" presStyleLbl="alignNode1" presStyleIdx="1" presStyleCnt="9"/>
      <dgm:spPr/>
    </dgm:pt>
    <dgm:pt modelId="{A593D699-72F7-47C7-974D-92D8FEB02CBA}" type="pres">
      <dgm:prSet presAssocID="{AF586C85-DC74-4438-AA8D-39F45990490E}" presName="sibTransNodeCircle" presStyleLbl="alignNode1" presStyleIdx="2" presStyleCnt="9">
        <dgm:presLayoutVars>
          <dgm:chMax val="0"/>
          <dgm:bulletEnabled/>
        </dgm:presLayoutVars>
      </dgm:prSet>
      <dgm:spPr/>
    </dgm:pt>
    <dgm:pt modelId="{922F5512-7B1A-464D-9C84-F0DAB2058CF5}" type="pres">
      <dgm:prSet presAssocID="{AF586C85-DC74-4438-AA8D-39F45990490E}" presName="spacerBetweenCircleAndCallout" presStyleCnt="0">
        <dgm:presLayoutVars/>
      </dgm:prSet>
      <dgm:spPr/>
    </dgm:pt>
    <dgm:pt modelId="{A11FF7B3-A58F-4692-BF2E-330578CE16A7}" type="pres">
      <dgm:prSet presAssocID="{AF586C85-DC74-4438-AA8D-39F45990490E}" presName="verticalConnector" presStyleLbl="alignAccFollowNode1" presStyleIdx="0" presStyleCnt="3"/>
      <dgm:spPr/>
    </dgm:pt>
    <dgm:pt modelId="{BF96C9EB-7569-4355-9CBC-5FCE376EA7C0}" type="pres">
      <dgm:prSet presAssocID="{F1444AF4-BAC2-4181-B6D2-2184F3653599}" presName="nodeText" presStyleLbl="fgAcc1" presStyleIdx="0" presStyleCnt="3">
        <dgm:presLayoutVars>
          <dgm:bulletEnabled val="1"/>
        </dgm:presLayoutVars>
      </dgm:prSet>
      <dgm:spPr/>
    </dgm:pt>
    <dgm:pt modelId="{B249C5E8-9556-4693-831B-7CF9994CF3E2}" type="pres">
      <dgm:prSet presAssocID="{AF586C85-DC74-4438-AA8D-39F45990490E}" presName="sibTransComposite" presStyleCnt="0"/>
      <dgm:spPr/>
    </dgm:pt>
    <dgm:pt modelId="{AE8A970B-AAF3-4C6A-8D19-4CA3F011819B}" type="pres">
      <dgm:prSet presAssocID="{CB235109-918E-44E5-9AFC-783750F0BCD4}" presName="compositeNode" presStyleCnt="0"/>
      <dgm:spPr/>
    </dgm:pt>
    <dgm:pt modelId="{61DE215A-2885-403C-955F-8370873FBF67}" type="pres">
      <dgm:prSet presAssocID="{CB235109-918E-44E5-9AFC-783750F0BCD4}" presName="parTx" presStyleLbl="node1" presStyleIdx="0" presStyleCnt="0">
        <dgm:presLayoutVars>
          <dgm:chMax val="0"/>
          <dgm:chPref val="0"/>
          <dgm:bulletEnabled val="1"/>
        </dgm:presLayoutVars>
      </dgm:prSet>
      <dgm:spPr/>
    </dgm:pt>
    <dgm:pt modelId="{9D7A3B19-3C0E-4B54-A336-0C013E803A13}" type="pres">
      <dgm:prSet presAssocID="{CB235109-918E-44E5-9AFC-783750F0BCD4}" presName="parSh" presStyleCnt="0"/>
      <dgm:spPr/>
    </dgm:pt>
    <dgm:pt modelId="{00386A80-DFEE-4070-807B-10D1E7922747}" type="pres">
      <dgm:prSet presAssocID="{CB235109-918E-44E5-9AFC-783750F0BCD4}" presName="lineNode" presStyleLbl="alignNode1" presStyleIdx="3" presStyleCnt="9"/>
      <dgm:spPr/>
    </dgm:pt>
    <dgm:pt modelId="{3DE27473-1B1A-426C-A6B4-26C1067DDD8D}" type="pres">
      <dgm:prSet presAssocID="{CB235109-918E-44E5-9AFC-783750F0BCD4}" presName="lineArrowNode" presStyleLbl="alignNode1" presStyleIdx="4" presStyleCnt="9"/>
      <dgm:spPr/>
    </dgm:pt>
    <dgm:pt modelId="{73EF6164-3A5D-401C-A341-9B60445CF3C9}" type="pres">
      <dgm:prSet presAssocID="{48E8C695-1ECA-48FC-89F8-0129BE27A2A5}" presName="sibTransNodeCircle" presStyleLbl="alignNode1" presStyleIdx="5" presStyleCnt="9">
        <dgm:presLayoutVars>
          <dgm:chMax val="0"/>
          <dgm:bulletEnabled/>
        </dgm:presLayoutVars>
      </dgm:prSet>
      <dgm:spPr/>
    </dgm:pt>
    <dgm:pt modelId="{2E995BCB-C021-4E79-A550-019D8530AAE0}" type="pres">
      <dgm:prSet presAssocID="{48E8C695-1ECA-48FC-89F8-0129BE27A2A5}" presName="spacerBetweenCircleAndCallout" presStyleCnt="0">
        <dgm:presLayoutVars/>
      </dgm:prSet>
      <dgm:spPr/>
    </dgm:pt>
    <dgm:pt modelId="{746AE80C-34B4-49AE-9FDD-807BCC7FC18C}" type="pres">
      <dgm:prSet presAssocID="{48E8C695-1ECA-48FC-89F8-0129BE27A2A5}" presName="verticalConnector" presStyleLbl="alignAccFollowNode1" presStyleIdx="1" presStyleCnt="3"/>
      <dgm:spPr/>
    </dgm:pt>
    <dgm:pt modelId="{53111B5C-5B76-4055-B4C4-AFCCB756ECE9}" type="pres">
      <dgm:prSet presAssocID="{CB235109-918E-44E5-9AFC-783750F0BCD4}" presName="nodeText" presStyleLbl="fgAcc1" presStyleIdx="1" presStyleCnt="3">
        <dgm:presLayoutVars>
          <dgm:bulletEnabled val="1"/>
        </dgm:presLayoutVars>
      </dgm:prSet>
      <dgm:spPr/>
    </dgm:pt>
    <dgm:pt modelId="{188133D4-5AF1-4174-B083-A1BAC43A3D96}" type="pres">
      <dgm:prSet presAssocID="{48E8C695-1ECA-48FC-89F8-0129BE27A2A5}" presName="sibTransComposite" presStyleCnt="0"/>
      <dgm:spPr/>
    </dgm:pt>
    <dgm:pt modelId="{3F1AA6AE-8201-403E-8CB0-CAA7680916B3}" type="pres">
      <dgm:prSet presAssocID="{2E72743A-0E07-4758-BF4D-7C5F438C2205}" presName="compositeNode" presStyleCnt="0"/>
      <dgm:spPr/>
    </dgm:pt>
    <dgm:pt modelId="{D5479D33-301B-4844-98AF-6BC55C6A9C4F}" type="pres">
      <dgm:prSet presAssocID="{2E72743A-0E07-4758-BF4D-7C5F438C2205}" presName="parTx" presStyleLbl="node1" presStyleIdx="0" presStyleCnt="0">
        <dgm:presLayoutVars>
          <dgm:chMax val="0"/>
          <dgm:chPref val="0"/>
          <dgm:bulletEnabled val="1"/>
        </dgm:presLayoutVars>
      </dgm:prSet>
      <dgm:spPr/>
    </dgm:pt>
    <dgm:pt modelId="{584FB7BE-D924-45D6-B774-FCEF3581BA69}" type="pres">
      <dgm:prSet presAssocID="{2E72743A-0E07-4758-BF4D-7C5F438C2205}" presName="parSh" presStyleCnt="0"/>
      <dgm:spPr/>
    </dgm:pt>
    <dgm:pt modelId="{A1134B60-27F8-4ADD-BEBE-9DB792BE3435}" type="pres">
      <dgm:prSet presAssocID="{2E72743A-0E07-4758-BF4D-7C5F438C2205}" presName="lineNode" presStyleLbl="alignNode1" presStyleIdx="6" presStyleCnt="9"/>
      <dgm:spPr/>
    </dgm:pt>
    <dgm:pt modelId="{91B1A91C-D521-4627-B8D0-AF7456A965C5}" type="pres">
      <dgm:prSet presAssocID="{2E72743A-0E07-4758-BF4D-7C5F438C2205}" presName="lineArrowNode" presStyleLbl="alignNode1" presStyleIdx="7" presStyleCnt="9"/>
      <dgm:spPr/>
    </dgm:pt>
    <dgm:pt modelId="{0C51BF91-2EEB-45E6-ADBE-0C767D213C90}" type="pres">
      <dgm:prSet presAssocID="{288D0C36-1928-42D4-A590-BE547C2D1F37}" presName="sibTransNodeCircle" presStyleLbl="alignNode1" presStyleIdx="8" presStyleCnt="9">
        <dgm:presLayoutVars>
          <dgm:chMax val="0"/>
          <dgm:bulletEnabled/>
        </dgm:presLayoutVars>
      </dgm:prSet>
      <dgm:spPr/>
    </dgm:pt>
    <dgm:pt modelId="{2EC2E996-339E-4D38-AD22-9A238EC2E355}" type="pres">
      <dgm:prSet presAssocID="{288D0C36-1928-42D4-A590-BE547C2D1F37}" presName="spacerBetweenCircleAndCallout" presStyleCnt="0">
        <dgm:presLayoutVars/>
      </dgm:prSet>
      <dgm:spPr/>
    </dgm:pt>
    <dgm:pt modelId="{ECBFBEA5-C05B-4290-A402-C226D8E53DDB}" type="pres">
      <dgm:prSet presAssocID="{288D0C36-1928-42D4-A590-BE547C2D1F37}" presName="verticalConnector" presStyleLbl="alignAccFollowNode1" presStyleIdx="2" presStyleCnt="3"/>
      <dgm:spPr/>
    </dgm:pt>
    <dgm:pt modelId="{7AC6B69B-88D5-4422-8EA4-5F3CE82D1680}" type="pres">
      <dgm:prSet presAssocID="{2E72743A-0E07-4758-BF4D-7C5F438C2205}" presName="nodeText" presStyleLbl="fgAcc1" presStyleIdx="2" presStyleCnt="3">
        <dgm:presLayoutVars>
          <dgm:bulletEnabled val="1"/>
        </dgm:presLayoutVars>
      </dgm:prSet>
      <dgm:spPr/>
    </dgm:pt>
  </dgm:ptLst>
  <dgm:cxnLst>
    <dgm:cxn modelId="{7C84C902-6A09-4629-9C8C-FF3F0FC9C3AC}" type="presOf" srcId="{48E8C695-1ECA-48FC-89F8-0129BE27A2A5}" destId="{73EF6164-3A5D-401C-A341-9B60445CF3C9}" srcOrd="0" destOrd="0" presId="urn:microsoft.com/office/officeart/2024/layout/NumberedLinearArrowProcess"/>
    <dgm:cxn modelId="{9FB2FE05-CDBE-4765-A17C-0DB093F18A5E}" srcId="{F41FDEFD-ABF3-4E2F-8CD3-6FDAA0064E58}" destId="{F1444AF4-BAC2-4181-B6D2-2184F3653599}" srcOrd="0" destOrd="0" parTransId="{E2FC669C-2C39-4B5D-B59A-FEE5E0F56192}" sibTransId="{AF586C85-DC74-4438-AA8D-39F45990490E}"/>
    <dgm:cxn modelId="{A0F9840C-333F-4A51-89A8-6301CAF0291C}" srcId="{F41FDEFD-ABF3-4E2F-8CD3-6FDAA0064E58}" destId="{CB235109-918E-44E5-9AFC-783750F0BCD4}" srcOrd="1" destOrd="0" parTransId="{D85EF638-E935-4BE4-B192-8CD71E013EF7}" sibTransId="{48E8C695-1ECA-48FC-89F8-0129BE27A2A5}"/>
    <dgm:cxn modelId="{0EDBF11D-0C5F-4743-A047-59C6EEA41823}" type="presOf" srcId="{F41FDEFD-ABF3-4E2F-8CD3-6FDAA0064E58}" destId="{54B911D2-A71F-4749-A0F4-1A919F2A5E1D}" srcOrd="0" destOrd="0" presId="urn:microsoft.com/office/officeart/2024/layout/NumberedLinearArrowProcess"/>
    <dgm:cxn modelId="{7E4BF435-B3EC-46E1-9438-FE854B05FB22}" type="presOf" srcId="{CB235109-918E-44E5-9AFC-783750F0BCD4}" destId="{3DE27473-1B1A-426C-A6B4-26C1067DDD8D}" srcOrd="0" destOrd="0" presId="urn:microsoft.com/office/officeart/2024/layout/NumberedLinearArrowProcess"/>
    <dgm:cxn modelId="{3CC33639-8355-4BA7-9A40-D81F919CEAE9}" type="presOf" srcId="{F1444AF4-BAC2-4181-B6D2-2184F3653599}" destId="{BF96C9EB-7569-4355-9CBC-5FCE376EA7C0}" srcOrd="1" destOrd="0" presId="urn:microsoft.com/office/officeart/2024/layout/NumberedLinearArrowProcess"/>
    <dgm:cxn modelId="{4969EA69-A4DF-4CF0-AA1D-C5890172872F}" type="presOf" srcId="{288D0C36-1928-42D4-A590-BE547C2D1F37}" destId="{0C51BF91-2EEB-45E6-ADBE-0C767D213C90}" srcOrd="0" destOrd="0" presId="urn:microsoft.com/office/officeart/2024/layout/NumberedLinearArrowProcess"/>
    <dgm:cxn modelId="{0D3C8F85-8EA1-4F8A-9A08-C03A138E242F}" type="presOf" srcId="{2E72743A-0E07-4758-BF4D-7C5F438C2205}" destId="{91B1A91C-D521-4627-B8D0-AF7456A965C5}" srcOrd="0" destOrd="0" presId="urn:microsoft.com/office/officeart/2024/layout/NumberedLinearArrowProcess"/>
    <dgm:cxn modelId="{5B02659B-5BF5-4877-BD80-75C922DA7CA0}" type="presOf" srcId="{2E72743A-0E07-4758-BF4D-7C5F438C2205}" destId="{7AC6B69B-88D5-4422-8EA4-5F3CE82D1680}" srcOrd="1" destOrd="0" presId="urn:microsoft.com/office/officeart/2024/layout/NumberedLinearArrowProcess"/>
    <dgm:cxn modelId="{E15ADEA1-B0A8-4884-A0E9-3D0B00F4713F}" type="presOf" srcId="{CB235109-918E-44E5-9AFC-783750F0BCD4}" destId="{53111B5C-5B76-4055-B4C4-AFCCB756ECE9}" srcOrd="1" destOrd="0" presId="urn:microsoft.com/office/officeart/2024/layout/NumberedLinearArrowProcess"/>
    <dgm:cxn modelId="{AACB62BA-ABAC-4E6D-B848-180254CFD2A0}" type="presOf" srcId="{F1444AF4-BAC2-4181-B6D2-2184F3653599}" destId="{CC343AE4-474F-4CD5-8A97-E6A60600B940}" srcOrd="0" destOrd="0" presId="urn:microsoft.com/office/officeart/2024/layout/NumberedLinearArrowProcess"/>
    <dgm:cxn modelId="{FC51B1C4-5E1F-4887-A946-9E9300A26A5B}" type="presOf" srcId="{AF586C85-DC74-4438-AA8D-39F45990490E}" destId="{A593D699-72F7-47C7-974D-92D8FEB02CBA}" srcOrd="0" destOrd="0" presId="urn:microsoft.com/office/officeart/2024/layout/NumberedLinearArrowProcess"/>
    <dgm:cxn modelId="{2C2772D5-001C-405D-A8C4-307A250A9E45}" srcId="{F41FDEFD-ABF3-4E2F-8CD3-6FDAA0064E58}" destId="{2E72743A-0E07-4758-BF4D-7C5F438C2205}" srcOrd="2" destOrd="0" parTransId="{40FD4CF8-566E-466E-83D2-00C357B9D692}" sibTransId="{288D0C36-1928-42D4-A590-BE547C2D1F37}"/>
    <dgm:cxn modelId="{017AED89-2307-41B1-8C35-7AD875C535C2}" type="presParOf" srcId="{54B911D2-A71F-4749-A0F4-1A919F2A5E1D}" destId="{0D39A8D9-8D95-45C5-AE79-93DAB70901F6}" srcOrd="0" destOrd="0" presId="urn:microsoft.com/office/officeart/2024/layout/NumberedLinearArrowProcess"/>
    <dgm:cxn modelId="{F63C0B8E-3306-4F6D-AA04-F5256DBA774B}" type="presParOf" srcId="{0D39A8D9-8D95-45C5-AE79-93DAB70901F6}" destId="{E1246E2D-2022-4050-9334-0F56DAD5C220}" srcOrd="0" destOrd="0" presId="urn:microsoft.com/office/officeart/2024/layout/NumberedLinearArrowProcess"/>
    <dgm:cxn modelId="{B2B94B83-CBB6-4ADA-82E0-1D702E6942EB}" type="presParOf" srcId="{0D39A8D9-8D95-45C5-AE79-93DAB70901F6}" destId="{14A9F4F3-46C7-4D60-92B4-058F9005F0A3}" srcOrd="1" destOrd="0" presId="urn:microsoft.com/office/officeart/2024/layout/NumberedLinearArrowProcess"/>
    <dgm:cxn modelId="{F86A5E2E-93AF-4562-8837-72316C66C384}" type="presParOf" srcId="{14A9F4F3-46C7-4D60-92B4-058F9005F0A3}" destId="{0C881A73-EE82-4CE5-A75A-2DC97CAE8A92}" srcOrd="0" destOrd="0" presId="urn:microsoft.com/office/officeart/2024/layout/NumberedLinearArrowProcess"/>
    <dgm:cxn modelId="{0A0655F7-B0A3-44AE-9F87-412959195809}" type="presParOf" srcId="{14A9F4F3-46C7-4D60-92B4-058F9005F0A3}" destId="{CC343AE4-474F-4CD5-8A97-E6A60600B940}" srcOrd="1" destOrd="0" presId="urn:microsoft.com/office/officeart/2024/layout/NumberedLinearArrowProcess"/>
    <dgm:cxn modelId="{04DED583-2692-4119-81E2-A5F129BC4C3C}" type="presParOf" srcId="{14A9F4F3-46C7-4D60-92B4-058F9005F0A3}" destId="{A593D699-72F7-47C7-974D-92D8FEB02CBA}" srcOrd="2" destOrd="0" presId="urn:microsoft.com/office/officeart/2024/layout/NumberedLinearArrowProcess"/>
    <dgm:cxn modelId="{2C8F3460-173A-4E48-97AE-5FE1DE1E650C}" type="presParOf" srcId="{14A9F4F3-46C7-4D60-92B4-058F9005F0A3}" destId="{922F5512-7B1A-464D-9C84-F0DAB2058CF5}" srcOrd="3" destOrd="0" presId="urn:microsoft.com/office/officeart/2024/layout/NumberedLinearArrowProcess"/>
    <dgm:cxn modelId="{8E815219-4D7A-4004-9A71-A37AB1781BDD}" type="presParOf" srcId="{14A9F4F3-46C7-4D60-92B4-058F9005F0A3}" destId="{A11FF7B3-A58F-4692-BF2E-330578CE16A7}" srcOrd="4" destOrd="0" presId="urn:microsoft.com/office/officeart/2024/layout/NumberedLinearArrowProcess"/>
    <dgm:cxn modelId="{36E924E0-EE85-4BA9-B507-C13336B32D56}" type="presParOf" srcId="{0D39A8D9-8D95-45C5-AE79-93DAB70901F6}" destId="{BF96C9EB-7569-4355-9CBC-5FCE376EA7C0}" srcOrd="2" destOrd="0" presId="urn:microsoft.com/office/officeart/2024/layout/NumberedLinearArrowProcess"/>
    <dgm:cxn modelId="{D943CAC0-B975-45C2-B470-9EB064E86099}" type="presParOf" srcId="{54B911D2-A71F-4749-A0F4-1A919F2A5E1D}" destId="{B249C5E8-9556-4693-831B-7CF9994CF3E2}" srcOrd="1" destOrd="0" presId="urn:microsoft.com/office/officeart/2024/layout/NumberedLinearArrowProcess"/>
    <dgm:cxn modelId="{F8D67053-B322-4642-97E8-7C4CF8F99D7F}" type="presParOf" srcId="{54B911D2-A71F-4749-A0F4-1A919F2A5E1D}" destId="{AE8A970B-AAF3-4C6A-8D19-4CA3F011819B}" srcOrd="2" destOrd="0" presId="urn:microsoft.com/office/officeart/2024/layout/NumberedLinearArrowProcess"/>
    <dgm:cxn modelId="{EE097AAF-2E05-4478-AA2E-ED0C5E29962C}" type="presParOf" srcId="{AE8A970B-AAF3-4C6A-8D19-4CA3F011819B}" destId="{61DE215A-2885-403C-955F-8370873FBF67}" srcOrd="0" destOrd="0" presId="urn:microsoft.com/office/officeart/2024/layout/NumberedLinearArrowProcess"/>
    <dgm:cxn modelId="{9D08F95B-0E11-44A6-AEB5-1B0DB254E0DA}" type="presParOf" srcId="{AE8A970B-AAF3-4C6A-8D19-4CA3F011819B}" destId="{9D7A3B19-3C0E-4B54-A336-0C013E803A13}" srcOrd="1" destOrd="0" presId="urn:microsoft.com/office/officeart/2024/layout/NumberedLinearArrowProcess"/>
    <dgm:cxn modelId="{B116C542-D764-46EA-A673-9B260C6709A3}" type="presParOf" srcId="{9D7A3B19-3C0E-4B54-A336-0C013E803A13}" destId="{00386A80-DFEE-4070-807B-10D1E7922747}" srcOrd="0" destOrd="0" presId="urn:microsoft.com/office/officeart/2024/layout/NumberedLinearArrowProcess"/>
    <dgm:cxn modelId="{744C1CCC-836B-41C3-9B2C-7436ED0D8652}" type="presParOf" srcId="{9D7A3B19-3C0E-4B54-A336-0C013E803A13}" destId="{3DE27473-1B1A-426C-A6B4-26C1067DDD8D}" srcOrd="1" destOrd="0" presId="urn:microsoft.com/office/officeart/2024/layout/NumberedLinearArrowProcess"/>
    <dgm:cxn modelId="{BB1A354C-37BB-4063-AD6B-3C163DC400D8}" type="presParOf" srcId="{9D7A3B19-3C0E-4B54-A336-0C013E803A13}" destId="{73EF6164-3A5D-401C-A341-9B60445CF3C9}" srcOrd="2" destOrd="0" presId="urn:microsoft.com/office/officeart/2024/layout/NumberedLinearArrowProcess"/>
    <dgm:cxn modelId="{DF9CA17B-B714-4CF7-921E-A7E13AE66C3E}" type="presParOf" srcId="{9D7A3B19-3C0E-4B54-A336-0C013E803A13}" destId="{2E995BCB-C021-4E79-A550-019D8530AAE0}" srcOrd="3" destOrd="0" presId="urn:microsoft.com/office/officeart/2024/layout/NumberedLinearArrowProcess"/>
    <dgm:cxn modelId="{C03EF8FF-E846-4939-B54F-D8334A2E688F}" type="presParOf" srcId="{9D7A3B19-3C0E-4B54-A336-0C013E803A13}" destId="{746AE80C-34B4-49AE-9FDD-807BCC7FC18C}" srcOrd="4" destOrd="0" presId="urn:microsoft.com/office/officeart/2024/layout/NumberedLinearArrowProcess"/>
    <dgm:cxn modelId="{DCF9746F-E6A8-4B57-8529-96E3696972B9}" type="presParOf" srcId="{AE8A970B-AAF3-4C6A-8D19-4CA3F011819B}" destId="{53111B5C-5B76-4055-B4C4-AFCCB756ECE9}" srcOrd="2" destOrd="0" presId="urn:microsoft.com/office/officeart/2024/layout/NumberedLinearArrowProcess"/>
    <dgm:cxn modelId="{D4A4CB9E-00E9-4700-95FB-FCBD7F3F9C2F}" type="presParOf" srcId="{54B911D2-A71F-4749-A0F4-1A919F2A5E1D}" destId="{188133D4-5AF1-4174-B083-A1BAC43A3D96}" srcOrd="3" destOrd="0" presId="urn:microsoft.com/office/officeart/2024/layout/NumberedLinearArrowProcess"/>
    <dgm:cxn modelId="{B5DEEF15-5B4C-4690-ABCD-4ECD01320FF6}" type="presParOf" srcId="{54B911D2-A71F-4749-A0F4-1A919F2A5E1D}" destId="{3F1AA6AE-8201-403E-8CB0-CAA7680916B3}" srcOrd="4" destOrd="0" presId="urn:microsoft.com/office/officeart/2024/layout/NumberedLinearArrowProcess"/>
    <dgm:cxn modelId="{3317428C-0839-461B-A70F-02DA893282CA}" type="presParOf" srcId="{3F1AA6AE-8201-403E-8CB0-CAA7680916B3}" destId="{D5479D33-301B-4844-98AF-6BC55C6A9C4F}" srcOrd="0" destOrd="0" presId="urn:microsoft.com/office/officeart/2024/layout/NumberedLinearArrowProcess"/>
    <dgm:cxn modelId="{FABDBBAD-EEDA-4DD0-B6A2-C5C6A5CEC7F0}" type="presParOf" srcId="{3F1AA6AE-8201-403E-8CB0-CAA7680916B3}" destId="{584FB7BE-D924-45D6-B774-FCEF3581BA69}" srcOrd="1" destOrd="0" presId="urn:microsoft.com/office/officeart/2024/layout/NumberedLinearArrowProcess"/>
    <dgm:cxn modelId="{0ADF7C27-D44D-4788-A38F-078E76C93198}" type="presParOf" srcId="{584FB7BE-D924-45D6-B774-FCEF3581BA69}" destId="{A1134B60-27F8-4ADD-BEBE-9DB792BE3435}" srcOrd="0" destOrd="0" presId="urn:microsoft.com/office/officeart/2024/layout/NumberedLinearArrowProcess"/>
    <dgm:cxn modelId="{A3B8C304-70AF-4676-BC64-4AEC77CBCF72}" type="presParOf" srcId="{584FB7BE-D924-45D6-B774-FCEF3581BA69}" destId="{91B1A91C-D521-4627-B8D0-AF7456A965C5}" srcOrd="1" destOrd="0" presId="urn:microsoft.com/office/officeart/2024/layout/NumberedLinearArrowProcess"/>
    <dgm:cxn modelId="{9FF581AB-39D4-488C-BAAC-A1C59EA75056}" type="presParOf" srcId="{584FB7BE-D924-45D6-B774-FCEF3581BA69}" destId="{0C51BF91-2EEB-45E6-ADBE-0C767D213C90}" srcOrd="2" destOrd="0" presId="urn:microsoft.com/office/officeart/2024/layout/NumberedLinearArrowProcess"/>
    <dgm:cxn modelId="{C7F515BA-7FA6-4FDD-91AB-D0291A8DC955}" type="presParOf" srcId="{584FB7BE-D924-45D6-B774-FCEF3581BA69}" destId="{2EC2E996-339E-4D38-AD22-9A238EC2E355}" srcOrd="3" destOrd="0" presId="urn:microsoft.com/office/officeart/2024/layout/NumberedLinearArrowProcess"/>
    <dgm:cxn modelId="{1019B132-F842-4CBD-A933-B426D419F799}" type="presParOf" srcId="{584FB7BE-D924-45D6-B774-FCEF3581BA69}" destId="{ECBFBEA5-C05B-4290-A402-C226D8E53DDB}" srcOrd="4" destOrd="0" presId="urn:microsoft.com/office/officeart/2024/layout/NumberedLinearArrowProcess"/>
    <dgm:cxn modelId="{2BBBBFAC-FB4A-4D30-A581-FB9F05C2A85F}" type="presParOf" srcId="{3F1AA6AE-8201-403E-8CB0-CAA7680916B3}" destId="{7AC6B69B-88D5-4422-8EA4-5F3CE82D1680}" srcOrd="2" destOrd="0" presId="urn:microsoft.com/office/officeart/2024/layout/NumberedLinear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881A73-EE82-4CE5-A75A-2DC97CAE8A92}">
      <dsp:nvSpPr>
        <dsp:cNvPr id="0" name=""/>
        <dsp:cNvSpPr/>
      </dsp:nvSpPr>
      <dsp:spPr>
        <a:xfrm>
          <a:off x="1953373" y="516616"/>
          <a:ext cx="1239750" cy="7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43AE4-474F-4CD5-8A97-E6A60600B940}">
      <dsp:nvSpPr>
        <dsp:cNvPr id="0" name=""/>
        <dsp:cNvSpPr/>
      </dsp:nvSpPr>
      <dsp:spPr>
        <a:xfrm>
          <a:off x="3086859" y="372133"/>
          <a:ext cx="162938" cy="305969"/>
        </a:xfrm>
        <a:prstGeom prst="chevron">
          <a:avLst>
            <a:gd name="adj" fmla="val 9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232" tIns="165100" rIns="56232" bIns="165100" numCol="1" spcCol="1270" anchor="t" anchorCtr="0">
          <a:noAutofit/>
        </a:bodyPr>
        <a:lstStyle/>
        <a:p>
          <a:pPr marL="0" lvl="0" indent="0" algn="ctr" defTabSz="755650">
            <a:lnSpc>
              <a:spcPct val="90000"/>
            </a:lnSpc>
            <a:spcBef>
              <a:spcPct val="0"/>
            </a:spcBef>
            <a:spcAft>
              <a:spcPct val="35000"/>
            </a:spcAft>
            <a:buNone/>
          </a:pPr>
          <a:r>
            <a:rPr lang="en-US" sz="1700" kern="1200"/>
            <a:t>Memorial Sloan Kettering Cancer (MSK) IMPACT, MET, and CHORD</a:t>
          </a:r>
        </a:p>
      </dsp:txBody>
      <dsp:txXfrm>
        <a:off x="225986" y="1743915"/>
        <a:ext cx="3100558" cy="1404172"/>
      </dsp:txXfrm>
    </dsp:sp>
    <dsp:sp modelId="{A593D699-72F7-47C7-974D-92D8FEB02CBA}">
      <dsp:nvSpPr>
        <dsp:cNvPr id="0" name=""/>
        <dsp:cNvSpPr/>
      </dsp:nvSpPr>
      <dsp:spPr>
        <a:xfrm>
          <a:off x="1259691" y="78"/>
          <a:ext cx="1033149" cy="1033149"/>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92" tIns="40092" rIns="40092" bIns="40092" numCol="1" spcCol="1270" anchor="ctr" anchorCtr="0">
          <a:noAutofit/>
        </a:bodyPr>
        <a:lstStyle/>
        <a:p>
          <a:pPr marL="0" lvl="0" indent="0" algn="ctr" defTabSz="2044700">
            <a:lnSpc>
              <a:spcPct val="90000"/>
            </a:lnSpc>
            <a:spcBef>
              <a:spcPct val="0"/>
            </a:spcBef>
            <a:spcAft>
              <a:spcPct val="35000"/>
            </a:spcAft>
            <a:buNone/>
          </a:pPr>
          <a:r>
            <a:rPr lang="en-US" sz="4600" kern="1200"/>
            <a:t>1</a:t>
          </a:r>
        </a:p>
      </dsp:txBody>
      <dsp:txXfrm>
        <a:off x="1410992" y="151379"/>
        <a:ext cx="730547" cy="730547"/>
      </dsp:txXfrm>
    </dsp:sp>
    <dsp:sp modelId="{A11FF7B3-A58F-4692-BF2E-330578CE16A7}">
      <dsp:nvSpPr>
        <dsp:cNvPr id="0" name=""/>
        <dsp:cNvSpPr/>
      </dsp:nvSpPr>
      <dsp:spPr>
        <a:xfrm>
          <a:off x="1776230" y="1105210"/>
          <a:ext cx="72" cy="5949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96C9EB-7569-4355-9CBC-5FCE376EA7C0}">
      <dsp:nvSpPr>
        <dsp:cNvPr id="0" name=""/>
        <dsp:cNvSpPr/>
      </dsp:nvSpPr>
      <dsp:spPr>
        <a:xfrm>
          <a:off x="182300" y="1700229"/>
          <a:ext cx="3187930" cy="149154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32" tIns="165100" rIns="56232" bIns="165100" numCol="1" spcCol="1270" anchor="t" anchorCtr="0">
          <a:noAutofit/>
        </a:bodyPr>
        <a:lstStyle/>
        <a:p>
          <a:pPr marL="0" lvl="0" indent="0" algn="ctr" defTabSz="755650">
            <a:lnSpc>
              <a:spcPct val="90000"/>
            </a:lnSpc>
            <a:spcBef>
              <a:spcPct val="0"/>
            </a:spcBef>
            <a:spcAft>
              <a:spcPct val="35000"/>
            </a:spcAft>
            <a:buNone/>
          </a:pPr>
          <a:r>
            <a:rPr lang="en-US" sz="1700" kern="1200"/>
            <a:t>Memorial Sloan Kettering Cancer (MSK) IMPACT, MET, and CHORD</a:t>
          </a:r>
        </a:p>
      </dsp:txBody>
      <dsp:txXfrm>
        <a:off x="225986" y="1743915"/>
        <a:ext cx="3100558" cy="1404172"/>
      </dsp:txXfrm>
    </dsp:sp>
    <dsp:sp modelId="{00386A80-DFEE-4070-807B-10D1E7922747}">
      <dsp:nvSpPr>
        <dsp:cNvPr id="0" name=""/>
        <dsp:cNvSpPr/>
      </dsp:nvSpPr>
      <dsp:spPr>
        <a:xfrm>
          <a:off x="3547338" y="516543"/>
          <a:ext cx="3187930" cy="7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E27473-1B1A-426C-A6B4-26C1067DDD8D}">
      <dsp:nvSpPr>
        <dsp:cNvPr id="0" name=""/>
        <dsp:cNvSpPr/>
      </dsp:nvSpPr>
      <dsp:spPr>
        <a:xfrm>
          <a:off x="6629003" y="372059"/>
          <a:ext cx="162938" cy="306036"/>
        </a:xfrm>
        <a:prstGeom prst="chevron">
          <a:avLst>
            <a:gd name="adj" fmla="val 9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232" tIns="165100" rIns="56232" bIns="165100" numCol="1" spcCol="1270" anchor="t" anchorCtr="0">
          <a:noAutofit/>
        </a:bodyPr>
        <a:lstStyle/>
        <a:p>
          <a:pPr marL="0" lvl="0" indent="0" algn="ctr" defTabSz="755650">
            <a:lnSpc>
              <a:spcPct val="90000"/>
            </a:lnSpc>
            <a:spcBef>
              <a:spcPct val="0"/>
            </a:spcBef>
            <a:spcAft>
              <a:spcPct val="35000"/>
            </a:spcAft>
            <a:buNone/>
          </a:pPr>
          <a:r>
            <a:rPr lang="en-US" sz="1700" b="1" kern="1200" dirty="0"/>
            <a:t>Data exploration reshaped our question </a:t>
          </a:r>
        </a:p>
      </dsp:txBody>
      <dsp:txXfrm>
        <a:off x="3768131" y="1743915"/>
        <a:ext cx="3100558" cy="1404172"/>
      </dsp:txXfrm>
    </dsp:sp>
    <dsp:sp modelId="{73EF6164-3A5D-401C-A341-9B60445CF3C9}">
      <dsp:nvSpPr>
        <dsp:cNvPr id="0" name=""/>
        <dsp:cNvSpPr/>
      </dsp:nvSpPr>
      <dsp:spPr>
        <a:xfrm>
          <a:off x="4801835" y="4"/>
          <a:ext cx="1033149" cy="1033149"/>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92" tIns="40092" rIns="40092" bIns="40092" numCol="1" spcCol="1270" anchor="ctr" anchorCtr="0">
          <a:noAutofit/>
        </a:bodyPr>
        <a:lstStyle/>
        <a:p>
          <a:pPr marL="0" lvl="0" indent="0" algn="ctr" defTabSz="2044700">
            <a:lnSpc>
              <a:spcPct val="90000"/>
            </a:lnSpc>
            <a:spcBef>
              <a:spcPct val="0"/>
            </a:spcBef>
            <a:spcAft>
              <a:spcPct val="35000"/>
            </a:spcAft>
            <a:buNone/>
          </a:pPr>
          <a:r>
            <a:rPr lang="en-US" sz="4600" kern="1200"/>
            <a:t>2</a:t>
          </a:r>
          <a:endParaRPr lang="en-US" sz="4600" kern="1200" dirty="0"/>
        </a:p>
      </dsp:txBody>
      <dsp:txXfrm>
        <a:off x="4953136" y="151305"/>
        <a:ext cx="730547" cy="730547"/>
      </dsp:txXfrm>
    </dsp:sp>
    <dsp:sp modelId="{746AE80C-34B4-49AE-9FDD-807BCC7FC18C}">
      <dsp:nvSpPr>
        <dsp:cNvPr id="0" name=""/>
        <dsp:cNvSpPr/>
      </dsp:nvSpPr>
      <dsp:spPr>
        <a:xfrm>
          <a:off x="5318374" y="1105153"/>
          <a:ext cx="72" cy="59507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111B5C-5B76-4055-B4C4-AFCCB756ECE9}">
      <dsp:nvSpPr>
        <dsp:cNvPr id="0" name=""/>
        <dsp:cNvSpPr/>
      </dsp:nvSpPr>
      <dsp:spPr>
        <a:xfrm>
          <a:off x="3724445" y="1700229"/>
          <a:ext cx="3187930" cy="149154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32" tIns="165100" rIns="56232" bIns="165100" numCol="1" spcCol="1270" anchor="t" anchorCtr="0">
          <a:noAutofit/>
        </a:bodyPr>
        <a:lstStyle/>
        <a:p>
          <a:pPr marL="0" lvl="0" indent="0" algn="ctr" defTabSz="755650">
            <a:lnSpc>
              <a:spcPct val="90000"/>
            </a:lnSpc>
            <a:spcBef>
              <a:spcPct val="0"/>
            </a:spcBef>
            <a:spcAft>
              <a:spcPct val="35000"/>
            </a:spcAft>
            <a:buNone/>
          </a:pPr>
          <a:r>
            <a:rPr lang="en-US" sz="1700" b="1" kern="1200" dirty="0"/>
            <a:t>Data exploration reshaped our question </a:t>
          </a:r>
        </a:p>
      </dsp:txBody>
      <dsp:txXfrm>
        <a:off x="3768131" y="1743915"/>
        <a:ext cx="3100558" cy="1404172"/>
      </dsp:txXfrm>
    </dsp:sp>
    <dsp:sp modelId="{A1134B60-27F8-4ADD-BEBE-9DB792BE3435}">
      <dsp:nvSpPr>
        <dsp:cNvPr id="0" name=""/>
        <dsp:cNvSpPr/>
      </dsp:nvSpPr>
      <dsp:spPr>
        <a:xfrm>
          <a:off x="7089482" y="516538"/>
          <a:ext cx="1771072" cy="7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51BF91-2EEB-45E6-ADBE-0C767D213C90}">
      <dsp:nvSpPr>
        <dsp:cNvPr id="0" name=""/>
        <dsp:cNvSpPr/>
      </dsp:nvSpPr>
      <dsp:spPr>
        <a:xfrm>
          <a:off x="8343980" y="0"/>
          <a:ext cx="1033149" cy="1033149"/>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92" tIns="40092" rIns="40092" bIns="40092" numCol="1" spcCol="1270" anchor="ctr" anchorCtr="0">
          <a:noAutofit/>
        </a:bodyPr>
        <a:lstStyle/>
        <a:p>
          <a:pPr marL="0" lvl="0" indent="0" algn="ctr" defTabSz="2044700">
            <a:lnSpc>
              <a:spcPct val="90000"/>
            </a:lnSpc>
            <a:spcBef>
              <a:spcPct val="0"/>
            </a:spcBef>
            <a:spcAft>
              <a:spcPct val="35000"/>
            </a:spcAft>
            <a:buNone/>
          </a:pPr>
          <a:r>
            <a:rPr lang="en-US" sz="4600" kern="1200"/>
            <a:t>3</a:t>
          </a:r>
        </a:p>
      </dsp:txBody>
      <dsp:txXfrm>
        <a:off x="8495281" y="151301"/>
        <a:ext cx="730547" cy="730547"/>
      </dsp:txXfrm>
    </dsp:sp>
    <dsp:sp modelId="{ECBFBEA5-C05B-4290-A402-C226D8E53DDB}">
      <dsp:nvSpPr>
        <dsp:cNvPr id="0" name=""/>
        <dsp:cNvSpPr/>
      </dsp:nvSpPr>
      <dsp:spPr>
        <a:xfrm>
          <a:off x="8860518" y="1105149"/>
          <a:ext cx="72" cy="59507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C6B69B-88D5-4422-8EA4-5F3CE82D1680}">
      <dsp:nvSpPr>
        <dsp:cNvPr id="0" name=""/>
        <dsp:cNvSpPr/>
      </dsp:nvSpPr>
      <dsp:spPr>
        <a:xfrm>
          <a:off x="7266589" y="1700229"/>
          <a:ext cx="3187930" cy="149154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32" tIns="165100" rIns="56232" bIns="165100" numCol="1" spcCol="1270" anchor="t" anchorCtr="0">
          <a:noAutofit/>
        </a:bodyPr>
        <a:lstStyle/>
        <a:p>
          <a:pPr marL="0" lvl="0" indent="0" algn="ctr" defTabSz="755650">
            <a:lnSpc>
              <a:spcPct val="90000"/>
            </a:lnSpc>
            <a:spcBef>
              <a:spcPct val="0"/>
            </a:spcBef>
            <a:spcAft>
              <a:spcPct val="35000"/>
            </a:spcAft>
            <a:buNone/>
          </a:pPr>
          <a:r>
            <a:rPr lang="en-US" sz="1700" b="0" kern="1200" dirty="0"/>
            <a:t>Can we predict if </a:t>
          </a:r>
          <a:r>
            <a:rPr lang="en-US" sz="1700" b="1" kern="1200" dirty="0"/>
            <a:t>a sample was collected pre- or post- treatment</a:t>
          </a:r>
          <a:r>
            <a:rPr lang="en-US" sz="1700" b="0" kern="1200" dirty="0"/>
            <a:t>? Using SHAP, </a:t>
          </a:r>
          <a:r>
            <a:rPr lang="en-US" sz="1700" b="1" kern="1200" dirty="0"/>
            <a:t>what features will our model use </a:t>
          </a:r>
          <a:r>
            <a:rPr lang="en-US" sz="1700" b="0" kern="1200" dirty="0"/>
            <a:t>to make a prediction?</a:t>
          </a:r>
        </a:p>
      </dsp:txBody>
      <dsp:txXfrm>
        <a:off x="7310275" y="1743915"/>
        <a:ext cx="3100558" cy="1404172"/>
      </dsp:txXfrm>
    </dsp:sp>
  </dsp:spTree>
</dsp:drawing>
</file>

<file path=ppt/diagrams/layout1.xml><?xml version="1.0" encoding="utf-8"?>
<dgm:layoutDef xmlns:dgm="http://schemas.openxmlformats.org/drawingml/2006/diagram" xmlns:a="http://schemas.openxmlformats.org/drawingml/2006/main" uniqueId="urn:microsoft.com/office/officeart/2024/layout/NumberedLinearArrowProcess">
  <dgm:title val=""/>
  <dgm:desc val=""/>
  <dgm:catLst>
    <dgm:cat type="process" pri="1700"/>
  </dgm:catLst>
  <dgm:sampData>
    <dgm:dataModel>
      <dgm:ptLst>
        <dgm:pt modelId="0" type="doc"/>
        <dgm:pt modelId="1">
          <dgm:prSet phldr="1"/>
        </dgm:pt>
        <dgm:pt modelId="2">
          <dgm:prSet phldr="1"/>
        </dgm:pt>
        <dgm:pt modelId="3">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54C228-F786-4CDA-808C-4C1BFF4F04CB}"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494E22-0A06-4673-AB45-D6CF47870101}" type="slidenum">
              <a:rPr lang="en-US" smtClean="0"/>
              <a:t>‹#›</a:t>
            </a:fld>
            <a:endParaRPr lang="en-US"/>
          </a:p>
        </p:txBody>
      </p:sp>
    </p:spTree>
    <p:extLst>
      <p:ext uri="{BB962C8B-B14F-4D97-AF65-F5344CB8AC3E}">
        <p14:creationId xmlns:p14="http://schemas.microsoft.com/office/powerpoint/2010/main" val="3648957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Vivian</a:t>
            </a:r>
          </a:p>
        </p:txBody>
      </p:sp>
      <p:sp>
        <p:nvSpPr>
          <p:cNvPr id="4" name="Slide Number Placeholder 3"/>
          <p:cNvSpPr>
            <a:spLocks noGrp="1"/>
          </p:cNvSpPr>
          <p:nvPr>
            <p:ph type="sldNum" sz="quarter" idx="5"/>
          </p:nvPr>
        </p:nvSpPr>
        <p:spPr/>
        <p:txBody>
          <a:bodyPr/>
          <a:lstStyle/>
          <a:p>
            <a:fld id="{7D494E22-0A06-4673-AB45-D6CF47870101}" type="slidenum">
              <a:rPr lang="en-US" smtClean="0"/>
              <a:t>2</a:t>
            </a:fld>
            <a:endParaRPr lang="en-US"/>
          </a:p>
        </p:txBody>
      </p:sp>
    </p:spTree>
    <p:extLst>
      <p:ext uri="{BB962C8B-B14F-4D97-AF65-F5344CB8AC3E}">
        <p14:creationId xmlns:p14="http://schemas.microsoft.com/office/powerpoint/2010/main" val="3275277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Today, we will present an exploration of our dataset and explain how it reshaped our question. Frame the discussion of IMPACT, MET, and CHORD as what features we have available. In each slide, explain what types of missing or incomplete data exist. </a:t>
            </a:r>
          </a:p>
          <a:p>
            <a:r>
              <a:rPr lang="en-US" dirty="0"/>
              <a:t>Vivian</a:t>
            </a:r>
          </a:p>
        </p:txBody>
      </p:sp>
      <p:sp>
        <p:nvSpPr>
          <p:cNvPr id="4" name="Slide Number Placeholder 3"/>
          <p:cNvSpPr>
            <a:spLocks noGrp="1"/>
          </p:cNvSpPr>
          <p:nvPr>
            <p:ph type="sldNum" sz="quarter" idx="5"/>
          </p:nvPr>
        </p:nvSpPr>
        <p:spPr/>
        <p:txBody>
          <a:bodyPr/>
          <a:lstStyle/>
          <a:p>
            <a:fld id="{7D494E22-0A06-4673-AB45-D6CF47870101}" type="slidenum">
              <a:rPr lang="en-US" smtClean="0"/>
              <a:t>3</a:t>
            </a:fld>
            <a:endParaRPr lang="en-US"/>
          </a:p>
        </p:txBody>
      </p:sp>
    </p:spTree>
    <p:extLst>
      <p:ext uri="{BB962C8B-B14F-4D97-AF65-F5344CB8AC3E}">
        <p14:creationId xmlns:p14="http://schemas.microsoft.com/office/powerpoint/2010/main" val="745697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94E22-0A06-4673-AB45-D6CF47870101}" type="slidenum">
              <a:rPr lang="en-US" smtClean="0"/>
              <a:t>4</a:t>
            </a:fld>
            <a:endParaRPr lang="en-US"/>
          </a:p>
        </p:txBody>
      </p:sp>
    </p:spTree>
    <p:extLst>
      <p:ext uri="{BB962C8B-B14F-4D97-AF65-F5344CB8AC3E}">
        <p14:creationId xmlns:p14="http://schemas.microsoft.com/office/powerpoint/2010/main" val="2045077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94E22-0A06-4673-AB45-D6CF47870101}" type="slidenum">
              <a:rPr lang="en-US" smtClean="0"/>
              <a:t>5</a:t>
            </a:fld>
            <a:endParaRPr lang="en-US"/>
          </a:p>
        </p:txBody>
      </p:sp>
    </p:spTree>
    <p:extLst>
      <p:ext uri="{BB962C8B-B14F-4D97-AF65-F5344CB8AC3E}">
        <p14:creationId xmlns:p14="http://schemas.microsoft.com/office/powerpoint/2010/main" val="365297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Vivian</a:t>
            </a:r>
          </a:p>
        </p:txBody>
      </p:sp>
      <p:sp>
        <p:nvSpPr>
          <p:cNvPr id="4" name="Slide Number Placeholder 3"/>
          <p:cNvSpPr>
            <a:spLocks noGrp="1"/>
          </p:cNvSpPr>
          <p:nvPr>
            <p:ph type="sldNum" sz="quarter" idx="5"/>
          </p:nvPr>
        </p:nvSpPr>
        <p:spPr/>
        <p:txBody>
          <a:bodyPr/>
          <a:lstStyle/>
          <a:p>
            <a:fld id="{7D494E22-0A06-4673-AB45-D6CF47870101}" type="slidenum">
              <a:rPr lang="en-US" smtClean="0"/>
              <a:t>6</a:t>
            </a:fld>
            <a:endParaRPr lang="en-US"/>
          </a:p>
        </p:txBody>
      </p:sp>
    </p:spTree>
    <p:extLst>
      <p:ext uri="{BB962C8B-B14F-4D97-AF65-F5344CB8AC3E}">
        <p14:creationId xmlns:p14="http://schemas.microsoft.com/office/powerpoint/2010/main" val="990324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these datasets are comprehensive</a:t>
            </a:r>
          </a:p>
        </p:txBody>
      </p:sp>
      <p:sp>
        <p:nvSpPr>
          <p:cNvPr id="4" name="Slide Number Placeholder 3"/>
          <p:cNvSpPr>
            <a:spLocks noGrp="1"/>
          </p:cNvSpPr>
          <p:nvPr>
            <p:ph type="sldNum" sz="quarter" idx="5"/>
          </p:nvPr>
        </p:nvSpPr>
        <p:spPr/>
        <p:txBody>
          <a:bodyPr/>
          <a:lstStyle/>
          <a:p>
            <a:fld id="{7D494E22-0A06-4673-AB45-D6CF47870101}" type="slidenum">
              <a:rPr lang="en-US" smtClean="0"/>
              <a:t>7</a:t>
            </a:fld>
            <a:endParaRPr lang="en-US"/>
          </a:p>
        </p:txBody>
      </p:sp>
    </p:spTree>
    <p:extLst>
      <p:ext uri="{BB962C8B-B14F-4D97-AF65-F5344CB8AC3E}">
        <p14:creationId xmlns:p14="http://schemas.microsoft.com/office/powerpoint/2010/main" val="1329748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94E22-0A06-4673-AB45-D6CF47870101}" type="slidenum">
              <a:rPr lang="en-US" smtClean="0"/>
              <a:t>10</a:t>
            </a:fld>
            <a:endParaRPr lang="en-US"/>
          </a:p>
        </p:txBody>
      </p:sp>
    </p:spTree>
    <p:extLst>
      <p:ext uri="{BB962C8B-B14F-4D97-AF65-F5344CB8AC3E}">
        <p14:creationId xmlns:p14="http://schemas.microsoft.com/office/powerpoint/2010/main" val="2704303598"/>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new question is whether we can tell if a sample was collected before or after treatment. To answer it, we first needed a clean, labelled dataset. We started from all 25,040 MSK-CHORD samples with a collection date and built four cohorts, each pairing a cancer with its standard drug class: breast cancer with endocrine therapy, EGFR-mutant lung cancer with EGFR inhibitors, prostate cancer with androgen deprivation, and colorectal cancer with FOLFOX or CAPOX chemotherapy.</a:t>
            </a:r>
          </a:p>
          <a:p/>
          <a:p>
            <a:r>
              <a:t>A sample is pre-treatment if it was collected on or before the first dose, and post-treatment if it was collected more than 90 days after. We drop the first 90 days, because the drug has barely had time to act.</a:t>
            </a:r>
          </a:p>
          <a:p/>
          <a:p>
            <a:r>
              <a:t>Each bar shows how many samples remain after a step. For lung cancer the biggest drop comes first, because only EGFR-mutant patients get EGFR inhibitors. Our strict tier then requires the drug to be the first line of therapy, no treatment outside MSK beforehand, and a sample that passes copy-number quality control. With one sample per patient and hypermutated tumours set aside, that leaves 4,308 samples: 3,306 before treatment and 1,002 after.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turned each sample into a row of features. First, we kept only alterations likely to drive cancer: hotspot and truncating mutations, amplifications, deep deletions, driver fusions and loss of heterozygosity.</a:t>
            </a:r>
          </a:p>
          <a:p/>
          <a:p>
            <a:r>
              <a:t>Second, MSK used four gene-panel versions over the years, and the older, smaller panels are more common in post-treatment samples. So a gene that isn't on a sample's panel counts as unknown, not unaltered, and the main model uses only genes every panel covers.</a:t>
            </a:r>
          </a:p>
          <a:p/>
          <a:p>
            <a:r>
              <a:t>Third, this plot shows why we need covariates. Each dot compares post- with pre-treatment samples; anything past the grey lines is imbalanced. In three of the four cohorts, post-treatment samples are far more often metastases, biopsied from places like the liver or bone. In prostate cancer, 82 percent of pre-treatment samples come from the prostate itself, versus 13 percent after treatment. A model could learn biopsy site instead of biology, so site, metastatic status, purity and mutation burden all go in as covariates.</a:t>
            </a:r>
          </a:p>
          <a:p/>
          <a:p>
            <a:r>
              <a:t>Finally, we split folds by patient and fit every step on the training folds only, so nothing leaks from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modelling, we checked that the labels capture real treatment effects. We already know what resistance to each drug looks like, so we can test for it. Blue is the share of samples with an alteration before treatment; orange is the share after.</a:t>
            </a:r>
          </a:p>
          <a:p/>
          <a:p>
            <a:r>
              <a:t>ESR1 mutations, a known route of resistance to endocrine therapy, rise from under 2 percent to 24 percent in breast cancer. The EGFR T790M resistance mutation rises from 2 to 35 percent in lung cancer, and AR amplification from under 1 to 32 percent in prostate cancer. As a negative control, KRAS in colorectal cancer, which chemotherapy shouldn't select for, stays flat at about 40 percent.</a:t>
            </a:r>
          </a:p>
          <a:p/>
          <a:p>
            <a:r>
              <a:t>The same pattern holds in all four of our cohort tiers, and the pipeline reproduces our planned cohort counts to within 2.3 percent. So the labels work, and the dataset is ready for the classifier, where SHAP will show which features it relies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452C-8A63-A6BD-4900-61215612CE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32E78C-36D7-20AC-3288-BD2A78B4EB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172B16-74F4-A0EE-514B-BB16A90C291E}"/>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5" name="Footer Placeholder 4">
            <a:extLst>
              <a:ext uri="{FF2B5EF4-FFF2-40B4-BE49-F238E27FC236}">
                <a16:creationId xmlns:a16="http://schemas.microsoft.com/office/drawing/2014/main" id="{D3CAC17F-097E-E093-D805-307FAD4BC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86D2A-2EC1-A4E7-49F5-B74FA946B082}"/>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48539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4516D-99E9-87EC-F63E-C9414A6694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9EC34D-45BB-79E1-F16F-295ECCFFFF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CF9E5-DF70-F7D3-BEA7-9B3E1ACA7C72}"/>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5" name="Footer Placeholder 4">
            <a:extLst>
              <a:ext uri="{FF2B5EF4-FFF2-40B4-BE49-F238E27FC236}">
                <a16:creationId xmlns:a16="http://schemas.microsoft.com/office/drawing/2014/main" id="{72C8DB3A-3101-F03B-A024-8BC232696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C7A34-41AC-F6FB-9C3A-A7F4AA614679}"/>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1048658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D8E76-ED5A-8C70-0F7A-B949D4F6A3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D366B2-55E6-4D79-8B9D-8332345434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7B2E19-5761-F8FD-3666-BD5BD4D32927}"/>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5" name="Footer Placeholder 4">
            <a:extLst>
              <a:ext uri="{FF2B5EF4-FFF2-40B4-BE49-F238E27FC236}">
                <a16:creationId xmlns:a16="http://schemas.microsoft.com/office/drawing/2014/main" id="{FD660F42-8040-87AF-8B56-6FA8357325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B9C58-7BC2-9833-2AFE-19D0C766C412}"/>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2765800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CBFB1-7E27-4F13-83AF-F86A0E4F21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109AFE-E753-0267-1584-05871E9D1B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71C7CE-FBD7-5AEE-2B92-3876ED3632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BC79FB-D62E-7E84-E02E-1AEA7CB1F48C}"/>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6" name="Footer Placeholder 5">
            <a:extLst>
              <a:ext uri="{FF2B5EF4-FFF2-40B4-BE49-F238E27FC236}">
                <a16:creationId xmlns:a16="http://schemas.microsoft.com/office/drawing/2014/main" id="{946C040D-2F85-51D6-C1A6-6F4491F0E5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17169B-D6C2-DF60-C36C-7AF972621701}"/>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309073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9E39-0236-DF7B-5622-ED41358950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712C90-67A6-5649-358D-6B8030BCB6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3764D0-18C9-AE8A-205E-BD8188F73D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B9BD51-DED6-C0E3-A10C-69041E941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4A954B-C7B5-A524-8A97-5C75631559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A0A6EE-05CA-2395-C960-C8A5CE1D9751}"/>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8" name="Footer Placeholder 7">
            <a:extLst>
              <a:ext uri="{FF2B5EF4-FFF2-40B4-BE49-F238E27FC236}">
                <a16:creationId xmlns:a16="http://schemas.microsoft.com/office/drawing/2014/main" id="{ACE6B5FA-6400-4C11-66FD-443257A08E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267573-CFD2-7EFF-3B5A-9C592216EECE}"/>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3090746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AB394-966A-2E29-C45D-E03FD15C1E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2BF5A-196B-67F0-1B7C-E766C7A47403}"/>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4" name="Footer Placeholder 3">
            <a:extLst>
              <a:ext uri="{FF2B5EF4-FFF2-40B4-BE49-F238E27FC236}">
                <a16:creationId xmlns:a16="http://schemas.microsoft.com/office/drawing/2014/main" id="{BA1A33AA-D462-9A59-8A59-A8D32868B8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ABAE38-F1EE-9DE5-7D19-B171F79EFE29}"/>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21181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0A37A8-814A-D803-04E8-1C9C203AEF6F}"/>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3" name="Footer Placeholder 2">
            <a:extLst>
              <a:ext uri="{FF2B5EF4-FFF2-40B4-BE49-F238E27FC236}">
                <a16:creationId xmlns:a16="http://schemas.microsoft.com/office/drawing/2014/main" id="{7E736E8C-8869-8276-B1BC-2F7A0BBD5C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A95E63-3CD9-91FE-1AB6-7AC412151A64}"/>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1656797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656A1-A6D3-205D-D58F-2B90C63864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C72DE1-AA46-51B8-EBC0-F4B959A8BD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12CADA-BAC3-DAA6-A8CB-66F742FA8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659C22-704E-04B3-4A5C-C3E8F54F24A3}"/>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6" name="Footer Placeholder 5">
            <a:extLst>
              <a:ext uri="{FF2B5EF4-FFF2-40B4-BE49-F238E27FC236}">
                <a16:creationId xmlns:a16="http://schemas.microsoft.com/office/drawing/2014/main" id="{92BF62E4-1F31-0229-6C35-EC3021C105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E4CC49-A2CF-7C79-3121-DDB222E86E29}"/>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2018536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95BE9-3F32-50D3-462A-312E19D69D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CF7B5C-0693-E25C-326F-9BAB26C0F7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87718A-5318-EDED-596D-A505FBBC8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FEEE2-71DC-F009-0DC3-1C273751D1E6}"/>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6" name="Footer Placeholder 5">
            <a:extLst>
              <a:ext uri="{FF2B5EF4-FFF2-40B4-BE49-F238E27FC236}">
                <a16:creationId xmlns:a16="http://schemas.microsoft.com/office/drawing/2014/main" id="{F3D575CF-0254-F478-809D-EE93327CC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0756A-12F1-94FF-6EDA-A82696A95566}"/>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4118662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C95E-F10D-8167-400F-E6E03D65BF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61F983-AA89-BE04-8CDE-CAF09139A3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4B860C-3014-3DC3-4B26-8C64F2F0BC6C}"/>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5" name="Footer Placeholder 4">
            <a:extLst>
              <a:ext uri="{FF2B5EF4-FFF2-40B4-BE49-F238E27FC236}">
                <a16:creationId xmlns:a16="http://schemas.microsoft.com/office/drawing/2014/main" id="{D09A1740-B8DB-2895-7F19-E1F7F30A1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5E8069-1238-1F77-34A1-73DF936DD6FC}"/>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3506748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2D2995-3F69-BF9D-DDE0-610E648346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46BEFD-7D52-A6B5-BA6E-4D3207F24C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21DE15-8193-3A73-3839-FC9CE51F2A30}"/>
              </a:ext>
            </a:extLst>
          </p:cNvPr>
          <p:cNvSpPr>
            <a:spLocks noGrp="1"/>
          </p:cNvSpPr>
          <p:nvPr>
            <p:ph type="dt" sz="half" idx="10"/>
          </p:nvPr>
        </p:nvSpPr>
        <p:spPr/>
        <p:txBody>
          <a:bodyPr/>
          <a:lstStyle/>
          <a:p>
            <a:fld id="{D1A6739A-EBCF-4BB5-8BCB-ACC515A699E9}" type="datetimeFigureOut">
              <a:rPr lang="en-US" smtClean="0"/>
              <a:t>10/13/2026</a:t>
            </a:fld>
            <a:endParaRPr lang="en-US"/>
          </a:p>
        </p:txBody>
      </p:sp>
      <p:sp>
        <p:nvSpPr>
          <p:cNvPr id="5" name="Footer Placeholder 4">
            <a:extLst>
              <a:ext uri="{FF2B5EF4-FFF2-40B4-BE49-F238E27FC236}">
                <a16:creationId xmlns:a16="http://schemas.microsoft.com/office/drawing/2014/main" id="{843D5F0E-9E44-FFF0-F3E1-3FFA6A896E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69A834-E65A-4F47-DCB3-DD85E819D32E}"/>
              </a:ext>
            </a:extLst>
          </p:cNvPr>
          <p:cNvSpPr>
            <a:spLocks noGrp="1"/>
          </p:cNvSpPr>
          <p:nvPr>
            <p:ph type="sldNum" sz="quarter" idx="12"/>
          </p:nvPr>
        </p:nvSpPr>
        <p:spPr/>
        <p:txBody>
          <a:bodyPr/>
          <a:lstStyle/>
          <a:p>
            <a:fld id="{A017A62D-314D-43F4-A04A-B602656A322C}" type="slidenum">
              <a:rPr lang="en-US" smtClean="0"/>
              <a:t>‹#›</a:t>
            </a:fld>
            <a:endParaRPr lang="en-US"/>
          </a:p>
        </p:txBody>
      </p:sp>
    </p:spTree>
    <p:extLst>
      <p:ext uri="{BB962C8B-B14F-4D97-AF65-F5344CB8AC3E}">
        <p14:creationId xmlns:p14="http://schemas.microsoft.com/office/powerpoint/2010/main" val="11449948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8D9CC-789C-5373-6236-2743A83A0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48A765-8B22-CF14-E9FE-AD9287B5F4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91AE5-D298-5894-C575-904DB23B4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A6739A-EBCF-4BB5-8BCB-ACC515A699E9}" type="datetimeFigureOut">
              <a:rPr lang="en-US" smtClean="0"/>
              <a:t>10/13/2026</a:t>
            </a:fld>
            <a:endParaRPr lang="en-US"/>
          </a:p>
        </p:txBody>
      </p:sp>
      <p:sp>
        <p:nvSpPr>
          <p:cNvPr id="5" name="Footer Placeholder 4">
            <a:extLst>
              <a:ext uri="{FF2B5EF4-FFF2-40B4-BE49-F238E27FC236}">
                <a16:creationId xmlns:a16="http://schemas.microsoft.com/office/drawing/2014/main" id="{823DCDA2-46DB-B8CE-A3B1-C26BC0D3F8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112BFF-D1F9-A824-22ED-AEA235FE3B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17A62D-314D-43F4-A04A-B602656A322C}" type="slidenum">
              <a:rPr lang="en-US" smtClean="0"/>
              <a:t>‹#›</a:t>
            </a:fld>
            <a:endParaRPr lang="en-US"/>
          </a:p>
        </p:txBody>
      </p:sp>
    </p:spTree>
    <p:extLst>
      <p:ext uri="{BB962C8B-B14F-4D97-AF65-F5344CB8AC3E}">
        <p14:creationId xmlns:p14="http://schemas.microsoft.com/office/powerpoint/2010/main" val="3041271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hyperlink" Target="https://www.mdpi.com/2072-6694/13/4/806" TargetMode="External"/><Relationship Id="rId5" Type="http://schemas.openxmlformats.org/officeDocument/2006/relationships/image" Target="../media/image2.png"/><Relationship Id="rId6" Type="http://schemas.openxmlformats.org/officeDocument/2006/relationships/hyperlink" Target="https://www.cancer.gov/publications/dictionaries/cancer-terms/def/metastasi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9E8A2D1-F3FB-456F-49C1-8E6588140325}"/>
              </a:ext>
            </a:extLst>
          </p:cNvPr>
          <p:cNvSpPr>
            <a:spLocks noGrp="1"/>
          </p:cNvSpPr>
          <p:nvPr>
            <p:ph type="ctrTitle"/>
          </p:nvPr>
        </p:nvSpPr>
        <p:spPr>
          <a:xfrm>
            <a:off x="789708" y="666351"/>
            <a:ext cx="10558405" cy="3044335"/>
          </a:xfrm>
        </p:spPr>
        <p:txBody>
          <a:bodyPr anchor="b">
            <a:normAutofit/>
          </a:bodyPr>
          <a:lstStyle/>
          <a:p>
            <a:r>
              <a:rPr lang="en-US" sz="4800" dirty="0">
                <a:solidFill>
                  <a:schemeClr val="bg1"/>
                </a:solidFill>
              </a:rPr>
              <a:t>Identifying tumor pseudo-longitudinal resistance signatures</a:t>
            </a:r>
          </a:p>
        </p:txBody>
      </p:sp>
      <p:sp>
        <p:nvSpPr>
          <p:cNvPr id="3" name="Subtitle 2">
            <a:extLst>
              <a:ext uri="{FF2B5EF4-FFF2-40B4-BE49-F238E27FC236}">
                <a16:creationId xmlns:a16="http://schemas.microsoft.com/office/drawing/2014/main" id="{C87AC512-8BB7-6684-7D87-89B700D37CE9}"/>
              </a:ext>
            </a:extLst>
          </p:cNvPr>
          <p:cNvSpPr>
            <a:spLocks noGrp="1"/>
          </p:cNvSpPr>
          <p:nvPr>
            <p:ph type="subTitle" idx="1"/>
          </p:nvPr>
        </p:nvSpPr>
        <p:spPr>
          <a:xfrm>
            <a:off x="789708" y="3866064"/>
            <a:ext cx="10558405" cy="2234485"/>
          </a:xfrm>
        </p:spPr>
        <p:txBody>
          <a:bodyPr anchor="t">
            <a:normAutofit/>
          </a:bodyPr>
          <a:lstStyle/>
          <a:p>
            <a:r>
              <a:rPr lang="en-US" dirty="0">
                <a:solidFill>
                  <a:schemeClr val="bg1"/>
                </a:solidFill>
              </a:rPr>
              <a:t>Ben Rothschild, Shoshana </a:t>
            </a:r>
            <a:r>
              <a:rPr lang="en-US" dirty="0" err="1">
                <a:solidFill>
                  <a:schemeClr val="bg1"/>
                </a:solidFill>
              </a:rPr>
              <a:t>Stadlan</a:t>
            </a:r>
            <a:r>
              <a:rPr lang="en-US" dirty="0">
                <a:solidFill>
                  <a:schemeClr val="bg1"/>
                </a:solidFill>
              </a:rPr>
              <a:t>, and Vivian Zweig</a:t>
            </a:r>
          </a:p>
        </p:txBody>
      </p:sp>
    </p:spTree>
    <p:extLst>
      <p:ext uri="{BB962C8B-B14F-4D97-AF65-F5344CB8AC3E}">
        <p14:creationId xmlns:p14="http://schemas.microsoft.com/office/powerpoint/2010/main" val="120827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A1C16-57EA-6262-C2D9-034761382F81}"/>
              </a:ext>
            </a:extLst>
          </p:cNvPr>
          <p:cNvSpPr>
            <a:spLocks noGrp="1"/>
          </p:cNvSpPr>
          <p:nvPr>
            <p:ph type="title"/>
          </p:nvPr>
        </p:nvSpPr>
        <p:spPr/>
        <p:txBody>
          <a:bodyPr/>
          <a:lstStyle/>
          <a:p>
            <a:r>
              <a:rPr lang="en-US" dirty="0"/>
              <a:t>Tumor recurrence and metastasis is a leading cause of cancer-related death </a:t>
            </a:r>
          </a:p>
        </p:txBody>
      </p:sp>
      <p:pic>
        <p:nvPicPr>
          <p:cNvPr id="9" name="Picture 8">
            <a:extLst>
              <a:ext uri="{FF2B5EF4-FFF2-40B4-BE49-F238E27FC236}">
                <a16:creationId xmlns:a16="http://schemas.microsoft.com/office/drawing/2014/main" id="{875A6C29-FAB3-2023-E8F4-A766A5C6F6C2}"/>
              </a:ext>
            </a:extLst>
          </p:cNvPr>
          <p:cNvPicPr>
            <a:picLocks noChangeAspect="1"/>
          </p:cNvPicPr>
          <p:nvPr/>
        </p:nvPicPr>
        <p:blipFill>
          <a:blip r:embed="rId3"/>
          <a:stretch>
            <a:fillRect/>
          </a:stretch>
        </p:blipFill>
        <p:spPr>
          <a:xfrm>
            <a:off x="567904" y="2832790"/>
            <a:ext cx="5484618" cy="2383316"/>
          </a:xfrm>
          <a:prstGeom prst="rect">
            <a:avLst/>
          </a:prstGeom>
        </p:spPr>
      </p:pic>
      <p:sp>
        <p:nvSpPr>
          <p:cNvPr id="11" name="TextBox 10">
            <a:extLst>
              <a:ext uri="{FF2B5EF4-FFF2-40B4-BE49-F238E27FC236}">
                <a16:creationId xmlns:a16="http://schemas.microsoft.com/office/drawing/2014/main" id="{F9AB8A75-ED4B-D1D7-D439-067B7755D94B}"/>
              </a:ext>
            </a:extLst>
          </p:cNvPr>
          <p:cNvSpPr txBox="1"/>
          <p:nvPr/>
        </p:nvSpPr>
        <p:spPr>
          <a:xfrm>
            <a:off x="567904" y="2067009"/>
            <a:ext cx="5457473" cy="1261884"/>
          </a:xfrm>
          <a:prstGeom prst="rect">
            <a:avLst/>
          </a:prstGeom>
          <a:noFill/>
        </p:spPr>
        <p:txBody>
          <a:bodyPr wrap="square">
            <a:spAutoFit/>
          </a:bodyPr>
          <a:lstStyle/>
          <a:p>
            <a:pPr algn="ctr" rtl="0">
              <a:buNone/>
            </a:pPr>
            <a:r>
              <a:rPr lang="en-US" sz="2000" b="1" i="0" u="none" strike="noStrike" dirty="0">
                <a:solidFill>
                  <a:schemeClr val="accent1"/>
                </a:solidFill>
                <a:effectLst/>
                <a:latin typeface="+mn-lt"/>
              </a:rPr>
              <a:t>Cancer </a:t>
            </a:r>
            <a:r>
              <a:rPr lang="en-US" sz="2000" b="1" i="0" u="none" strike="noStrike" dirty="0" err="1">
                <a:solidFill>
                  <a:schemeClr val="accent1"/>
                </a:solidFill>
                <a:effectLst/>
                <a:latin typeface="+mn-lt"/>
              </a:rPr>
              <a:t>subclonal</a:t>
            </a:r>
            <a:r>
              <a:rPr lang="en-US" sz="2000" b="1" i="0" u="none" strike="noStrike" dirty="0">
                <a:solidFill>
                  <a:schemeClr val="accent1"/>
                </a:solidFill>
                <a:effectLst/>
                <a:latin typeface="+mn-lt"/>
              </a:rPr>
              <a:t> populations drive progression, metastasis, and recurrence</a:t>
            </a:r>
            <a:endParaRPr lang="en-US" sz="2000" b="0" dirty="0">
              <a:solidFill>
                <a:schemeClr val="accent1"/>
              </a:solidFill>
              <a:effectLst/>
            </a:endParaRPr>
          </a:p>
          <a:p>
            <a:pPr>
              <a:buNone/>
            </a:pPr>
            <a:br>
              <a:rPr lang="en-US" dirty="0"/>
            </a:br>
            <a:endParaRPr lang="en-US" dirty="0"/>
          </a:p>
        </p:txBody>
      </p:sp>
      <p:sp>
        <p:nvSpPr>
          <p:cNvPr id="13" name="TextBox 12">
            <a:extLst>
              <a:ext uri="{FF2B5EF4-FFF2-40B4-BE49-F238E27FC236}">
                <a16:creationId xmlns:a16="http://schemas.microsoft.com/office/drawing/2014/main" id="{2833FE8B-0FFD-F55D-C366-618E94C174D3}"/>
              </a:ext>
            </a:extLst>
          </p:cNvPr>
          <p:cNvSpPr txBox="1"/>
          <p:nvPr/>
        </p:nvSpPr>
        <p:spPr>
          <a:xfrm>
            <a:off x="595048" y="5216106"/>
            <a:ext cx="5430329" cy="1138773"/>
          </a:xfrm>
          <a:prstGeom prst="rect">
            <a:avLst/>
          </a:prstGeom>
          <a:noFill/>
        </p:spPr>
        <p:txBody>
          <a:bodyPr wrap="square">
            <a:spAutoFit/>
          </a:bodyPr>
          <a:lstStyle/>
          <a:p>
            <a:pPr rtl="0">
              <a:buNone/>
            </a:pPr>
            <a:r>
              <a:rPr lang="en-US" sz="1600" b="0" i="0" u="sng" strike="noStrike" dirty="0">
                <a:solidFill>
                  <a:schemeClr val="tx1"/>
                </a:solidFill>
                <a:effectLst/>
                <a:latin typeface="+mn-lt"/>
                <a:hlinkClick r:id="rId4"/>
              </a:rPr>
              <a:t>Tumor Heterogeneity: A Great Barrier in the Age of Cancer Immunotherapy</a:t>
            </a:r>
            <a:r>
              <a:rPr lang="en-US" sz="1600" b="0" i="0" u="none" strike="noStrike" dirty="0">
                <a:solidFill>
                  <a:schemeClr val="tx1"/>
                </a:solidFill>
                <a:effectLst/>
                <a:latin typeface="+mn-lt"/>
              </a:rPr>
              <a:t> </a:t>
            </a:r>
            <a:endParaRPr lang="en-US" sz="1600" b="0" dirty="0">
              <a:effectLst/>
            </a:endParaRPr>
          </a:p>
          <a:p>
            <a:pPr>
              <a:buNone/>
            </a:pPr>
            <a:br>
              <a:rPr lang="en-US" dirty="0"/>
            </a:br>
            <a:endParaRPr lang="en-US" dirty="0"/>
          </a:p>
        </p:txBody>
      </p:sp>
      <p:pic>
        <p:nvPicPr>
          <p:cNvPr id="14" name="Picture 13">
            <a:extLst>
              <a:ext uri="{FF2B5EF4-FFF2-40B4-BE49-F238E27FC236}">
                <a16:creationId xmlns:a16="http://schemas.microsoft.com/office/drawing/2014/main" id="{EE70A72E-5EBC-C473-BF40-375AEE7746D7}"/>
              </a:ext>
            </a:extLst>
          </p:cNvPr>
          <p:cNvPicPr>
            <a:picLocks noChangeAspect="1"/>
          </p:cNvPicPr>
          <p:nvPr/>
        </p:nvPicPr>
        <p:blipFill>
          <a:blip r:embed="rId5"/>
          <a:stretch>
            <a:fillRect/>
          </a:stretch>
        </p:blipFill>
        <p:spPr>
          <a:xfrm>
            <a:off x="6815585" y="2067009"/>
            <a:ext cx="4807071" cy="3899854"/>
          </a:xfrm>
          <a:prstGeom prst="rect">
            <a:avLst/>
          </a:prstGeom>
        </p:spPr>
      </p:pic>
      <p:sp>
        <p:nvSpPr>
          <p:cNvPr id="16" name="TextBox 15">
            <a:extLst>
              <a:ext uri="{FF2B5EF4-FFF2-40B4-BE49-F238E27FC236}">
                <a16:creationId xmlns:a16="http://schemas.microsoft.com/office/drawing/2014/main" id="{557DD4DB-C15F-EDE4-ECD2-0682E5D4FC68}"/>
              </a:ext>
            </a:extLst>
          </p:cNvPr>
          <p:cNvSpPr txBox="1"/>
          <p:nvPr/>
        </p:nvSpPr>
        <p:spPr>
          <a:xfrm>
            <a:off x="7879150" y="5782876"/>
            <a:ext cx="2679939" cy="923330"/>
          </a:xfrm>
          <a:prstGeom prst="rect">
            <a:avLst/>
          </a:prstGeom>
          <a:noFill/>
        </p:spPr>
        <p:txBody>
          <a:bodyPr wrap="square">
            <a:spAutoFit/>
          </a:bodyPr>
          <a:lstStyle/>
          <a:p>
            <a:pPr rtl="0">
              <a:buNone/>
            </a:pPr>
            <a:r>
              <a:rPr lang="en-US" sz="1600" b="0" i="0" u="sng" strike="noStrike" dirty="0">
                <a:solidFill>
                  <a:schemeClr val="tx1"/>
                </a:solidFill>
                <a:effectLst/>
                <a:latin typeface="+mn-lt"/>
                <a:hlinkClick r:id="rId6"/>
              </a:rPr>
              <a:t>National Cancer Institute</a:t>
            </a:r>
            <a:endParaRPr lang="en-US" sz="1600" b="0" dirty="0">
              <a:effectLst/>
            </a:endParaRPr>
          </a:p>
          <a:p>
            <a:pPr>
              <a:buNone/>
            </a:pPr>
            <a:br>
              <a:rPr lang="en-US" dirty="0"/>
            </a:br>
            <a:endParaRPr lang="en-US" dirty="0"/>
          </a:p>
        </p:txBody>
      </p:sp>
      <p:sp>
        <p:nvSpPr>
          <p:cNvPr id="18" name="Arrow: Curved Down 17">
            <a:extLst>
              <a:ext uri="{FF2B5EF4-FFF2-40B4-BE49-F238E27FC236}">
                <a16:creationId xmlns:a16="http://schemas.microsoft.com/office/drawing/2014/main" id="{19AC5C9B-89AF-03DF-6E2B-C0591DDF3754}"/>
              </a:ext>
            </a:extLst>
          </p:cNvPr>
          <p:cNvSpPr/>
          <p:nvPr/>
        </p:nvSpPr>
        <p:spPr>
          <a:xfrm>
            <a:off x="5812949" y="2078080"/>
            <a:ext cx="2163610" cy="75677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0702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D9C66-E794-1424-9691-584E0051A3B0}"/>
              </a:ext>
            </a:extLst>
          </p:cNvPr>
          <p:cNvSpPr>
            <a:spLocks noGrp="1"/>
          </p:cNvSpPr>
          <p:nvPr>
            <p:ph type="title"/>
          </p:nvPr>
        </p:nvSpPr>
        <p:spPr>
          <a:xfrm>
            <a:off x="838200" y="416884"/>
            <a:ext cx="10515600" cy="1325563"/>
          </a:xfrm>
        </p:spPr>
        <p:txBody>
          <a:bodyPr>
            <a:normAutofit/>
          </a:bodyPr>
          <a:lstStyle/>
          <a:p>
            <a:pPr lvl="0"/>
            <a:r>
              <a:rPr lang="en-US" dirty="0"/>
              <a:t>What tumor subpopulations survive treatment, and where the cancer will spread? </a:t>
            </a:r>
          </a:p>
        </p:txBody>
      </p:sp>
      <p:graphicFrame>
        <p:nvGraphicFramePr>
          <p:cNvPr id="15" name="Diagram 14">
            <a:extLst>
              <a:ext uri="{FF2B5EF4-FFF2-40B4-BE49-F238E27FC236}">
                <a16:creationId xmlns:a16="http://schemas.microsoft.com/office/drawing/2014/main" id="{CB115DDF-E35C-010A-8C60-D5D57F59BAA3}"/>
              </a:ext>
            </a:extLst>
          </p:cNvPr>
          <p:cNvGraphicFramePr/>
          <p:nvPr>
            <p:extLst>
              <p:ext uri="{D42A27DB-BD31-4B8C-83A1-F6EECF244321}">
                <p14:modId xmlns:p14="http://schemas.microsoft.com/office/powerpoint/2010/main" val="1657847961"/>
              </p:ext>
            </p:extLst>
          </p:nvPr>
        </p:nvGraphicFramePr>
        <p:xfrm>
          <a:off x="777589" y="2697191"/>
          <a:ext cx="10636821" cy="31917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Arrow: Bent 15">
            <a:extLst>
              <a:ext uri="{FF2B5EF4-FFF2-40B4-BE49-F238E27FC236}">
                <a16:creationId xmlns:a16="http://schemas.microsoft.com/office/drawing/2014/main" id="{0635B63A-B6D4-3735-B2E1-90CD5FD7552F}"/>
              </a:ext>
            </a:extLst>
          </p:cNvPr>
          <p:cNvSpPr/>
          <p:nvPr/>
        </p:nvSpPr>
        <p:spPr>
          <a:xfrm flipV="1">
            <a:off x="1023667" y="1834547"/>
            <a:ext cx="791882" cy="159444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74183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116CA-32EA-19B5-5F48-F0ADDDF094E1}"/>
              </a:ext>
            </a:extLst>
          </p:cNvPr>
          <p:cNvSpPr>
            <a:spLocks noGrp="1"/>
          </p:cNvSpPr>
          <p:nvPr>
            <p:ph type="title"/>
          </p:nvPr>
        </p:nvSpPr>
        <p:spPr/>
        <p:txBody>
          <a:bodyPr/>
          <a:lstStyle/>
          <a:p>
            <a:r>
              <a:rPr lang="en-US" dirty="0"/>
              <a:t>MSK-IMPACT 50K is a pan-cancer clinical sequencing cohort</a:t>
            </a:r>
          </a:p>
        </p:txBody>
      </p:sp>
      <p:sp>
        <p:nvSpPr>
          <p:cNvPr id="3" name="Content Placeholder 2">
            <a:extLst>
              <a:ext uri="{FF2B5EF4-FFF2-40B4-BE49-F238E27FC236}">
                <a16:creationId xmlns:a16="http://schemas.microsoft.com/office/drawing/2014/main" id="{9A47B115-8714-A75C-4ED8-564CEFB44602}"/>
              </a:ext>
            </a:extLst>
          </p:cNvPr>
          <p:cNvSpPr>
            <a:spLocks noGrp="1"/>
          </p:cNvSpPr>
          <p:nvPr>
            <p:ph idx="1"/>
          </p:nvPr>
        </p:nvSpPr>
        <p:spPr/>
        <p:txBody>
          <a:bodyPr>
            <a:normAutofit/>
          </a:bodyPr>
          <a:lstStyle/>
          <a:p>
            <a:r>
              <a:rPr lang="en-US" b="1" dirty="0"/>
              <a:t>54,331 tumors</a:t>
            </a:r>
            <a:r>
              <a:rPr lang="en-US" dirty="0"/>
              <a:t> and their matched normal samples; profiled using MSK-IMPACT</a:t>
            </a:r>
          </a:p>
          <a:p>
            <a:r>
              <a:rPr lang="en-US" b="1" dirty="0"/>
              <a:t>A sample </a:t>
            </a:r>
            <a:r>
              <a:rPr lang="en-US" dirty="0"/>
              <a:t>is a biopsy sequenced once with the MSK-IMPACT panel, paired with a matched normal from the same patient</a:t>
            </a:r>
          </a:p>
        </p:txBody>
      </p:sp>
      <p:graphicFrame>
        <p:nvGraphicFramePr>
          <p:cNvPr id="6" name="Table 5">
            <a:extLst>
              <a:ext uri="{FF2B5EF4-FFF2-40B4-BE49-F238E27FC236}">
                <a16:creationId xmlns:a16="http://schemas.microsoft.com/office/drawing/2014/main" id="{CBD6FC68-46AA-55DA-9BE0-429357D5D2A3}"/>
              </a:ext>
            </a:extLst>
          </p:cNvPr>
          <p:cNvGraphicFramePr>
            <a:graphicFrameLocks noGrp="1"/>
          </p:cNvGraphicFramePr>
          <p:nvPr>
            <p:extLst>
              <p:ext uri="{D42A27DB-BD31-4B8C-83A1-F6EECF244321}">
                <p14:modId xmlns:p14="http://schemas.microsoft.com/office/powerpoint/2010/main" val="3312325113"/>
              </p:ext>
            </p:extLst>
          </p:nvPr>
        </p:nvGraphicFramePr>
        <p:xfrm>
          <a:off x="0" y="3792442"/>
          <a:ext cx="12191998" cy="2393560"/>
        </p:xfrm>
        <a:graphic>
          <a:graphicData uri="http://schemas.openxmlformats.org/drawingml/2006/table">
            <a:tbl>
              <a:tblPr>
                <a:tableStyleId>{5C22544A-7EE6-4342-B048-85BDC9FD1C3A}</a:tableStyleId>
              </a:tblPr>
              <a:tblGrid>
                <a:gridCol w="870857">
                  <a:extLst>
                    <a:ext uri="{9D8B030D-6E8A-4147-A177-3AD203B41FA5}">
                      <a16:colId xmlns:a16="http://schemas.microsoft.com/office/drawing/2014/main" val="1702114492"/>
                    </a:ext>
                  </a:extLst>
                </a:gridCol>
                <a:gridCol w="870857">
                  <a:extLst>
                    <a:ext uri="{9D8B030D-6E8A-4147-A177-3AD203B41FA5}">
                      <a16:colId xmlns:a16="http://schemas.microsoft.com/office/drawing/2014/main" val="3290874954"/>
                    </a:ext>
                  </a:extLst>
                </a:gridCol>
                <a:gridCol w="870857">
                  <a:extLst>
                    <a:ext uri="{9D8B030D-6E8A-4147-A177-3AD203B41FA5}">
                      <a16:colId xmlns:a16="http://schemas.microsoft.com/office/drawing/2014/main" val="3243328429"/>
                    </a:ext>
                  </a:extLst>
                </a:gridCol>
                <a:gridCol w="870857">
                  <a:extLst>
                    <a:ext uri="{9D8B030D-6E8A-4147-A177-3AD203B41FA5}">
                      <a16:colId xmlns:a16="http://schemas.microsoft.com/office/drawing/2014/main" val="3238624171"/>
                    </a:ext>
                  </a:extLst>
                </a:gridCol>
                <a:gridCol w="870857">
                  <a:extLst>
                    <a:ext uri="{9D8B030D-6E8A-4147-A177-3AD203B41FA5}">
                      <a16:colId xmlns:a16="http://schemas.microsoft.com/office/drawing/2014/main" val="3717691602"/>
                    </a:ext>
                  </a:extLst>
                </a:gridCol>
                <a:gridCol w="870857">
                  <a:extLst>
                    <a:ext uri="{9D8B030D-6E8A-4147-A177-3AD203B41FA5}">
                      <a16:colId xmlns:a16="http://schemas.microsoft.com/office/drawing/2014/main" val="3013562866"/>
                    </a:ext>
                  </a:extLst>
                </a:gridCol>
                <a:gridCol w="870857">
                  <a:extLst>
                    <a:ext uri="{9D8B030D-6E8A-4147-A177-3AD203B41FA5}">
                      <a16:colId xmlns:a16="http://schemas.microsoft.com/office/drawing/2014/main" val="854674385"/>
                    </a:ext>
                  </a:extLst>
                </a:gridCol>
                <a:gridCol w="870857">
                  <a:extLst>
                    <a:ext uri="{9D8B030D-6E8A-4147-A177-3AD203B41FA5}">
                      <a16:colId xmlns:a16="http://schemas.microsoft.com/office/drawing/2014/main" val="290201689"/>
                    </a:ext>
                  </a:extLst>
                </a:gridCol>
                <a:gridCol w="870857">
                  <a:extLst>
                    <a:ext uri="{9D8B030D-6E8A-4147-A177-3AD203B41FA5}">
                      <a16:colId xmlns:a16="http://schemas.microsoft.com/office/drawing/2014/main" val="2860433286"/>
                    </a:ext>
                  </a:extLst>
                </a:gridCol>
                <a:gridCol w="870857">
                  <a:extLst>
                    <a:ext uri="{9D8B030D-6E8A-4147-A177-3AD203B41FA5}">
                      <a16:colId xmlns:a16="http://schemas.microsoft.com/office/drawing/2014/main" val="1886378895"/>
                    </a:ext>
                  </a:extLst>
                </a:gridCol>
                <a:gridCol w="644085">
                  <a:extLst>
                    <a:ext uri="{9D8B030D-6E8A-4147-A177-3AD203B41FA5}">
                      <a16:colId xmlns:a16="http://schemas.microsoft.com/office/drawing/2014/main" val="1083212267"/>
                    </a:ext>
                  </a:extLst>
                </a:gridCol>
                <a:gridCol w="932811">
                  <a:extLst>
                    <a:ext uri="{9D8B030D-6E8A-4147-A177-3AD203B41FA5}">
                      <a16:colId xmlns:a16="http://schemas.microsoft.com/office/drawing/2014/main" val="913376850"/>
                    </a:ext>
                  </a:extLst>
                </a:gridCol>
                <a:gridCol w="1035675">
                  <a:extLst>
                    <a:ext uri="{9D8B030D-6E8A-4147-A177-3AD203B41FA5}">
                      <a16:colId xmlns:a16="http://schemas.microsoft.com/office/drawing/2014/main" val="1799698847"/>
                    </a:ext>
                  </a:extLst>
                </a:gridCol>
                <a:gridCol w="870857">
                  <a:extLst>
                    <a:ext uri="{9D8B030D-6E8A-4147-A177-3AD203B41FA5}">
                      <a16:colId xmlns:a16="http://schemas.microsoft.com/office/drawing/2014/main" val="3343613182"/>
                    </a:ext>
                  </a:extLst>
                </a:gridCol>
              </a:tblGrid>
              <a:tr h="478712">
                <a:tc gridSpan="3">
                  <a:txBody>
                    <a:bodyPr/>
                    <a:lstStyle/>
                    <a:p>
                      <a:pPr marL="0" marR="0" algn="l">
                        <a:buNone/>
                      </a:pPr>
                      <a:r>
                        <a:rPr lang="en-US" sz="900" b="1" dirty="0">
                          <a:effectLst/>
                        </a:rPr>
                        <a:t>Sample</a:t>
                      </a:r>
                      <a:endParaRPr lang="en-US" sz="900" b="1" i="0" dirty="0">
                        <a:solidFill>
                          <a:srgbClr val="444441"/>
                        </a:solidFill>
                        <a:effectLst/>
                        <a:latin typeface="anthropic-sans"/>
                      </a:endParaRPr>
                    </a:p>
                  </a:txBody>
                  <a:tcPr marL="38100" marR="38100" marT="28575" marB="28575" anchor="ctr"/>
                </a:tc>
                <a:tc hMerge="1">
                  <a:txBody>
                    <a:bodyPr/>
                    <a:lstStyle/>
                    <a:p>
                      <a:endParaRPr lang="en-US"/>
                    </a:p>
                  </a:txBody>
                  <a:tcPr/>
                </a:tc>
                <a:tc hMerge="1">
                  <a:txBody>
                    <a:bodyPr/>
                    <a:lstStyle/>
                    <a:p>
                      <a:endParaRPr lang="en-US"/>
                    </a:p>
                  </a:txBody>
                  <a:tcPr/>
                </a:tc>
                <a:tc gridSpan="3">
                  <a:txBody>
                    <a:bodyPr/>
                    <a:lstStyle/>
                    <a:p>
                      <a:pPr marL="0" marR="0" algn="l">
                        <a:buNone/>
                      </a:pPr>
                      <a:r>
                        <a:rPr lang="en-US" sz="900" b="1" dirty="0">
                          <a:effectLst/>
                        </a:rPr>
                        <a:t>Somatic mutation + CCF</a:t>
                      </a:r>
                      <a:endParaRPr lang="en-US" sz="900" b="1" i="0" dirty="0">
                        <a:solidFill>
                          <a:srgbClr val="3C3489"/>
                        </a:solidFill>
                        <a:effectLst/>
                        <a:latin typeface="anthropic-sans"/>
                      </a:endParaRPr>
                    </a:p>
                  </a:txBody>
                  <a:tcPr marL="38100" marR="38100" marT="28575" marB="28575" anchor="ctr"/>
                </a:tc>
                <a:tc hMerge="1">
                  <a:txBody>
                    <a:bodyPr/>
                    <a:lstStyle/>
                    <a:p>
                      <a:endParaRPr lang="en-US"/>
                    </a:p>
                  </a:txBody>
                  <a:tcPr/>
                </a:tc>
                <a:tc hMerge="1">
                  <a:txBody>
                    <a:bodyPr/>
                    <a:lstStyle/>
                    <a:p>
                      <a:endParaRPr lang="en-US"/>
                    </a:p>
                  </a:txBody>
                  <a:tcPr/>
                </a:tc>
                <a:tc gridSpan="2">
                  <a:txBody>
                    <a:bodyPr/>
                    <a:lstStyle/>
                    <a:p>
                      <a:pPr marL="0" marR="0" algn="l">
                        <a:buNone/>
                      </a:pPr>
                      <a:r>
                        <a:rPr lang="en-US" sz="900" b="1" dirty="0">
                          <a:effectLst/>
                        </a:rPr>
                        <a:t>Copy number (gene / allele-specific)</a:t>
                      </a:r>
                      <a:endParaRPr lang="en-US" sz="900" b="1" i="0" dirty="0">
                        <a:solidFill>
                          <a:srgbClr val="085041"/>
                        </a:solidFill>
                        <a:effectLst/>
                        <a:latin typeface="anthropic-sans"/>
                      </a:endParaRPr>
                    </a:p>
                  </a:txBody>
                  <a:tcPr marL="38100" marR="38100" marT="28575" marB="28575" anchor="ctr"/>
                </a:tc>
                <a:tc hMerge="1">
                  <a:txBody>
                    <a:bodyPr/>
                    <a:lstStyle/>
                    <a:p>
                      <a:endParaRPr lang="en-US"/>
                    </a:p>
                  </a:txBody>
                  <a:tcPr/>
                </a:tc>
                <a:tc>
                  <a:txBody>
                    <a:bodyPr/>
                    <a:lstStyle/>
                    <a:p>
                      <a:pPr marL="0" marR="0" algn="l">
                        <a:buNone/>
                      </a:pPr>
                      <a:r>
                        <a:rPr lang="en-US" sz="900" b="1" dirty="0">
                          <a:effectLst/>
                        </a:rPr>
                        <a:t>SV</a:t>
                      </a:r>
                      <a:endParaRPr lang="en-US" sz="900" b="1" i="0" dirty="0">
                        <a:solidFill>
                          <a:srgbClr val="712B13"/>
                        </a:solidFill>
                        <a:effectLst/>
                        <a:latin typeface="anthropic-sans"/>
                      </a:endParaRPr>
                    </a:p>
                  </a:txBody>
                  <a:tcPr marL="38100" marR="38100" marT="28575" marB="28575" anchor="ctr"/>
                </a:tc>
                <a:tc gridSpan="3">
                  <a:txBody>
                    <a:bodyPr/>
                    <a:lstStyle/>
                    <a:p>
                      <a:pPr marL="0" marR="0" algn="l">
                        <a:buNone/>
                      </a:pPr>
                      <a:r>
                        <a:rPr lang="en-US" sz="900" b="1" dirty="0">
                          <a:effectLst/>
                        </a:rPr>
                        <a:t>Genome-wide</a:t>
                      </a:r>
                      <a:endParaRPr lang="en-US" sz="900" b="1" i="0" dirty="0">
                        <a:solidFill>
                          <a:srgbClr val="72243E"/>
                        </a:solidFill>
                        <a:effectLst/>
                        <a:latin typeface="anthropic-sans"/>
                      </a:endParaRPr>
                    </a:p>
                  </a:txBody>
                  <a:tcPr marL="38100" marR="38100" marT="28575" marB="28575" anchor="ctr"/>
                </a:tc>
                <a:tc hMerge="1">
                  <a:txBody>
                    <a:bodyPr/>
                    <a:lstStyle/>
                    <a:p>
                      <a:endParaRPr lang="en-US"/>
                    </a:p>
                  </a:txBody>
                  <a:tcPr/>
                </a:tc>
                <a:tc hMerge="1">
                  <a:txBody>
                    <a:bodyPr/>
                    <a:lstStyle/>
                    <a:p>
                      <a:endParaRPr lang="en-US"/>
                    </a:p>
                  </a:txBody>
                  <a:tcPr/>
                </a:tc>
                <a:tc gridSpan="2">
                  <a:txBody>
                    <a:bodyPr/>
                    <a:lstStyle/>
                    <a:p>
                      <a:pPr marL="0" marR="0" algn="l">
                        <a:buNone/>
                      </a:pPr>
                      <a:r>
                        <a:rPr lang="en-US" sz="900" b="1" dirty="0">
                          <a:effectLst/>
                        </a:rPr>
                        <a:t>HLA class I</a:t>
                      </a:r>
                      <a:endParaRPr lang="en-US" sz="900" b="1" i="0" dirty="0">
                        <a:solidFill>
                          <a:srgbClr val="633806"/>
                        </a:solidFill>
                        <a:effectLst/>
                        <a:latin typeface="anthropic-sans"/>
                      </a:endParaRPr>
                    </a:p>
                  </a:txBody>
                  <a:tcPr marL="38100" marR="38100" marT="28575" marB="28575" anchor="ctr"/>
                </a:tc>
                <a:tc hMerge="1">
                  <a:txBody>
                    <a:bodyPr/>
                    <a:lstStyle/>
                    <a:p>
                      <a:endParaRPr lang="en-US"/>
                    </a:p>
                  </a:txBody>
                  <a:tcPr/>
                </a:tc>
                <a:extLst>
                  <a:ext uri="{0D108BD9-81ED-4DB2-BD59-A6C34878D82A}">
                    <a16:rowId xmlns:a16="http://schemas.microsoft.com/office/drawing/2014/main" val="4279833809"/>
                  </a:ext>
                </a:extLst>
              </a:tr>
              <a:tr h="478712">
                <a:tc>
                  <a:txBody>
                    <a:bodyPr/>
                    <a:lstStyle/>
                    <a:p>
                      <a:pPr marL="0" marR="0" algn="l">
                        <a:buNone/>
                      </a:pPr>
                      <a:r>
                        <a:rPr lang="en-US" sz="900" b="1">
                          <a:effectLst/>
                        </a:rPr>
                        <a:t>SAMPLE_ID</a:t>
                      </a:r>
                      <a:endParaRPr lang="en-US" sz="900" b="1" i="0">
                        <a:solidFill>
                          <a:srgbClr val="C3C2B7"/>
                        </a:solidFill>
                        <a:effectLst/>
                        <a:latin typeface="ui-monospace"/>
                      </a:endParaRPr>
                    </a:p>
                  </a:txBody>
                  <a:tcPr marL="38100" marR="38100" marT="28575" marB="28575" anchor="ctr"/>
                </a:tc>
                <a:tc>
                  <a:txBody>
                    <a:bodyPr/>
                    <a:lstStyle/>
                    <a:p>
                      <a:pPr marL="0" marR="0" algn="l">
                        <a:buNone/>
                      </a:pPr>
                      <a:r>
                        <a:rPr lang="en-US" sz="900" b="1">
                          <a:effectLst/>
                        </a:rPr>
                        <a:t>PATIENT_ID</a:t>
                      </a:r>
                      <a:endParaRPr lang="en-US" sz="900" b="1" i="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panel</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TP53_HGVSp</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TP53_ccf</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TP53_clonal</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ERBB2_cna</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ERBB2_tcn;lcn</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Fusion</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dirty="0">
                          <a:effectLst/>
                        </a:rPr>
                        <a:t>WGD</a:t>
                      </a:r>
                      <a:endParaRPr lang="en-US" sz="900" b="1" i="0" dirty="0">
                        <a:solidFill>
                          <a:srgbClr val="C3C2B7"/>
                        </a:solidFill>
                        <a:effectLst/>
                        <a:latin typeface="ui-monospace"/>
                      </a:endParaRPr>
                    </a:p>
                  </a:txBody>
                  <a:tcPr marL="38100" marR="38100" marT="28575" marB="28575" anchor="ctr"/>
                </a:tc>
                <a:tc>
                  <a:txBody>
                    <a:bodyPr/>
                    <a:lstStyle/>
                    <a:p>
                      <a:pPr marL="0" marR="0" algn="l">
                        <a:buNone/>
                      </a:pPr>
                      <a:r>
                        <a:rPr lang="en-US" sz="900" b="1">
                          <a:effectLst/>
                        </a:rPr>
                        <a:t>FGA</a:t>
                      </a:r>
                      <a:endParaRPr lang="en-US" sz="900" b="1" i="0">
                        <a:solidFill>
                          <a:srgbClr val="C3C2B7"/>
                        </a:solidFill>
                        <a:effectLst/>
                        <a:latin typeface="ui-monospace"/>
                      </a:endParaRPr>
                    </a:p>
                  </a:txBody>
                  <a:tcPr marL="38100" marR="38100" marT="28575" marB="28575" anchor="ctr"/>
                </a:tc>
                <a:tc>
                  <a:txBody>
                    <a:bodyPr/>
                    <a:lstStyle/>
                    <a:p>
                      <a:pPr marL="0" marR="0" algn="l">
                        <a:buNone/>
                      </a:pPr>
                      <a:r>
                        <a:rPr lang="en-US" sz="900" b="1">
                          <a:effectLst/>
                        </a:rPr>
                        <a:t>SBS13_APOBEC</a:t>
                      </a:r>
                      <a:endParaRPr lang="en-US" sz="900" b="1" i="0">
                        <a:solidFill>
                          <a:srgbClr val="C3C2B7"/>
                        </a:solidFill>
                        <a:effectLst/>
                        <a:latin typeface="ui-monospace"/>
                      </a:endParaRPr>
                    </a:p>
                  </a:txBody>
                  <a:tcPr marL="38100" marR="38100" marT="28575" marB="28575" anchor="ctr"/>
                </a:tc>
                <a:tc>
                  <a:txBody>
                    <a:bodyPr/>
                    <a:lstStyle/>
                    <a:p>
                      <a:pPr marL="0" marR="0" algn="l">
                        <a:buNone/>
                      </a:pPr>
                      <a:r>
                        <a:rPr lang="en-US" sz="900" b="1">
                          <a:effectLst/>
                        </a:rPr>
                        <a:t>HLA_A_germline</a:t>
                      </a:r>
                      <a:endParaRPr lang="en-US" sz="900" b="1" i="0">
                        <a:solidFill>
                          <a:srgbClr val="C3C2B7"/>
                        </a:solidFill>
                        <a:effectLst/>
                        <a:latin typeface="ui-monospace"/>
                      </a:endParaRPr>
                    </a:p>
                  </a:txBody>
                  <a:tcPr marL="38100" marR="38100" marT="28575" marB="28575" anchor="ctr"/>
                </a:tc>
                <a:tc>
                  <a:txBody>
                    <a:bodyPr/>
                    <a:lstStyle/>
                    <a:p>
                      <a:pPr marL="0" marR="0" algn="l">
                        <a:buNone/>
                      </a:pPr>
                      <a:r>
                        <a:rPr lang="en-US" sz="900" b="1" dirty="0" err="1">
                          <a:effectLst/>
                        </a:rPr>
                        <a:t>HLA_LOH_somatic</a:t>
                      </a:r>
                      <a:endParaRPr lang="en-US" sz="900" b="1" i="0" dirty="0">
                        <a:solidFill>
                          <a:srgbClr val="C3C2B7"/>
                        </a:solidFill>
                        <a:effectLst/>
                        <a:latin typeface="ui-monospace"/>
                      </a:endParaRPr>
                    </a:p>
                  </a:txBody>
                  <a:tcPr marL="38100" marR="38100" marT="28575" marB="28575" anchor="ctr"/>
                </a:tc>
                <a:extLst>
                  <a:ext uri="{0D108BD9-81ED-4DB2-BD59-A6C34878D82A}">
                    <a16:rowId xmlns:a16="http://schemas.microsoft.com/office/drawing/2014/main" val="51142721"/>
                  </a:ext>
                </a:extLst>
              </a:tr>
              <a:tr h="478712">
                <a:tc>
                  <a:txBody>
                    <a:bodyPr/>
                    <a:lstStyle/>
                    <a:p>
                      <a:pPr marL="0" marR="0" algn="l">
                        <a:buNone/>
                      </a:pPr>
                      <a:r>
                        <a:rPr lang="en-US" sz="900">
                          <a:effectLst/>
                        </a:rPr>
                        <a:t>P-0001234-T01-IM6</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P-0001234</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IMPACT468</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p.R175H</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0.96</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CLONAL</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2</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18;2</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err="1">
                          <a:effectLst/>
                        </a:rPr>
                        <a:t>NaN</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a:effectLst/>
                        </a:rPr>
                        <a:t>True</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0.41</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0.22</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A*02:01/A*24:02</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False</a:t>
                      </a:r>
                      <a:endParaRPr lang="en-US" sz="900" b="0" i="0">
                        <a:solidFill>
                          <a:srgbClr val="F0EFEC"/>
                        </a:solidFill>
                        <a:effectLst/>
                        <a:latin typeface="ui-monospace"/>
                      </a:endParaRPr>
                    </a:p>
                  </a:txBody>
                  <a:tcPr marL="38100" marR="38100" marT="28575" marB="28575" anchor="ctr"/>
                </a:tc>
                <a:extLst>
                  <a:ext uri="{0D108BD9-81ED-4DB2-BD59-A6C34878D82A}">
                    <a16:rowId xmlns:a16="http://schemas.microsoft.com/office/drawing/2014/main" val="1719215677"/>
                  </a:ext>
                </a:extLst>
              </a:tr>
              <a:tr h="478712">
                <a:tc>
                  <a:txBody>
                    <a:bodyPr/>
                    <a:lstStyle/>
                    <a:p>
                      <a:pPr marL="0" marR="0" algn="l">
                        <a:buNone/>
                      </a:pPr>
                      <a:r>
                        <a:rPr lang="en-US" sz="900">
                          <a:effectLst/>
                        </a:rPr>
                        <a:t>P-0001234-T02-IM7</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P-0001234</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IMPACT505</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p.R175H</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0.88</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CLONAL</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0</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2;1</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err="1">
                          <a:effectLst/>
                        </a:rPr>
                        <a:t>NaN</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a:effectLst/>
                        </a:rPr>
                        <a:t>True</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0.37</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0.31</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A*02:01/A*24:02</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True</a:t>
                      </a:r>
                      <a:endParaRPr lang="en-US" sz="900" b="0" i="0" dirty="0">
                        <a:solidFill>
                          <a:srgbClr val="F0EFEC"/>
                        </a:solidFill>
                        <a:effectLst/>
                        <a:latin typeface="ui-monospace"/>
                      </a:endParaRPr>
                    </a:p>
                  </a:txBody>
                  <a:tcPr marL="38100" marR="38100" marT="28575" marB="28575" anchor="ctr"/>
                </a:tc>
                <a:extLst>
                  <a:ext uri="{0D108BD9-81ED-4DB2-BD59-A6C34878D82A}">
                    <a16:rowId xmlns:a16="http://schemas.microsoft.com/office/drawing/2014/main" val="3740132593"/>
                  </a:ext>
                </a:extLst>
              </a:tr>
              <a:tr h="478712">
                <a:tc>
                  <a:txBody>
                    <a:bodyPr/>
                    <a:lstStyle/>
                    <a:p>
                      <a:pPr marL="0" marR="0" algn="l">
                        <a:buNone/>
                      </a:pPr>
                      <a:r>
                        <a:rPr lang="en-US" sz="900">
                          <a:effectLst/>
                        </a:rPr>
                        <a:t>P-0005678-T01-IM3</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P-0005678</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IMPACT341</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err="1">
                          <a:effectLst/>
                        </a:rPr>
                        <a:t>NaN</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err="1">
                          <a:effectLst/>
                        </a:rPr>
                        <a:t>NaN</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err="1">
                          <a:effectLst/>
                        </a:rPr>
                        <a:t>NaN</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0</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2;1</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EML4-ALK</a:t>
                      </a:r>
                      <a:endParaRPr lang="en-US" sz="900" b="0" i="0" dirty="0">
                        <a:solidFill>
                          <a:srgbClr val="F0EFEC"/>
                        </a:solidFill>
                        <a:effectLst/>
                        <a:latin typeface="ui-monospace"/>
                      </a:endParaRPr>
                    </a:p>
                  </a:txBody>
                  <a:tcPr marL="38100" marR="38100" marT="28575" marB="28575" anchor="ctr"/>
                </a:tc>
                <a:tc>
                  <a:txBody>
                    <a:bodyPr/>
                    <a:lstStyle/>
                    <a:p>
                      <a:pPr marL="0" marR="0" algn="l">
                        <a:buNone/>
                      </a:pPr>
                      <a:r>
                        <a:rPr lang="en-US" sz="900">
                          <a:effectLst/>
                        </a:rPr>
                        <a:t>False</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0.08</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0.02</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a:effectLst/>
                        </a:rPr>
                        <a:t>A*01:01/A*03:01</a:t>
                      </a:r>
                      <a:endParaRPr lang="en-US" sz="900" b="0" i="0">
                        <a:solidFill>
                          <a:srgbClr val="F0EFEC"/>
                        </a:solidFill>
                        <a:effectLst/>
                        <a:latin typeface="ui-monospace"/>
                      </a:endParaRPr>
                    </a:p>
                  </a:txBody>
                  <a:tcPr marL="38100" marR="38100" marT="28575" marB="28575" anchor="ctr"/>
                </a:tc>
                <a:tc>
                  <a:txBody>
                    <a:bodyPr/>
                    <a:lstStyle/>
                    <a:p>
                      <a:pPr marL="0" marR="0" algn="l">
                        <a:buNone/>
                      </a:pPr>
                      <a:r>
                        <a:rPr lang="en-US" sz="900" dirty="0">
                          <a:effectLst/>
                        </a:rPr>
                        <a:t>False</a:t>
                      </a:r>
                      <a:endParaRPr lang="en-US" sz="900" b="0" i="0" dirty="0">
                        <a:solidFill>
                          <a:srgbClr val="F0EFEC"/>
                        </a:solidFill>
                        <a:effectLst/>
                        <a:latin typeface="ui-monospace"/>
                      </a:endParaRPr>
                    </a:p>
                  </a:txBody>
                  <a:tcPr marL="38100" marR="38100" marT="28575" marB="28575" anchor="ctr"/>
                </a:tc>
                <a:extLst>
                  <a:ext uri="{0D108BD9-81ED-4DB2-BD59-A6C34878D82A}">
                    <a16:rowId xmlns:a16="http://schemas.microsoft.com/office/drawing/2014/main" val="1155311199"/>
                  </a:ext>
                </a:extLst>
              </a:tr>
            </a:tbl>
          </a:graphicData>
        </a:graphic>
      </p:graphicFrame>
    </p:spTree>
    <p:extLst>
      <p:ext uri="{BB962C8B-B14F-4D97-AF65-F5344CB8AC3E}">
        <p14:creationId xmlns:p14="http://schemas.microsoft.com/office/powerpoint/2010/main" val="826625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81774-D430-3DD6-A905-6349235AF716}"/>
              </a:ext>
            </a:extLst>
          </p:cNvPr>
          <p:cNvSpPr>
            <a:spLocks noGrp="1"/>
          </p:cNvSpPr>
          <p:nvPr>
            <p:ph type="title"/>
          </p:nvPr>
        </p:nvSpPr>
        <p:spPr/>
        <p:txBody>
          <a:bodyPr/>
          <a:lstStyle/>
          <a:p>
            <a:r>
              <a:rPr lang="en-US" dirty="0"/>
              <a:t>MSK-MET is a pan-cancer cohort of tumor genomic and clinical outcome data</a:t>
            </a:r>
          </a:p>
        </p:txBody>
      </p:sp>
      <p:sp>
        <p:nvSpPr>
          <p:cNvPr id="3" name="Content Placeholder 2">
            <a:extLst>
              <a:ext uri="{FF2B5EF4-FFF2-40B4-BE49-F238E27FC236}">
                <a16:creationId xmlns:a16="http://schemas.microsoft.com/office/drawing/2014/main" id="{656DB25F-42B3-6483-1A4B-A5250E363D28}"/>
              </a:ext>
            </a:extLst>
          </p:cNvPr>
          <p:cNvSpPr>
            <a:spLocks noGrp="1"/>
          </p:cNvSpPr>
          <p:nvPr>
            <p:ph idx="1"/>
          </p:nvPr>
        </p:nvSpPr>
        <p:spPr>
          <a:xfrm>
            <a:off x="838200" y="1825625"/>
            <a:ext cx="10515600" cy="1152274"/>
          </a:xfrm>
        </p:spPr>
        <p:txBody>
          <a:bodyPr>
            <a:noAutofit/>
          </a:bodyPr>
          <a:lstStyle/>
          <a:p>
            <a:r>
              <a:rPr lang="en-US" dirty="0"/>
              <a:t>25,000 </a:t>
            </a:r>
            <a:r>
              <a:rPr lang="en-US" b="1" dirty="0"/>
              <a:t>patients</a:t>
            </a:r>
          </a:p>
          <a:p>
            <a:r>
              <a:rPr lang="en-US" dirty="0"/>
              <a:t>IMPACT genomic sequencing data </a:t>
            </a:r>
          </a:p>
          <a:p>
            <a:r>
              <a:rPr lang="en-US" dirty="0"/>
              <a:t>Clinical data:</a:t>
            </a:r>
          </a:p>
        </p:txBody>
      </p:sp>
      <p:pic>
        <p:nvPicPr>
          <p:cNvPr id="5" name="Picture 4">
            <a:extLst>
              <a:ext uri="{FF2B5EF4-FFF2-40B4-BE49-F238E27FC236}">
                <a16:creationId xmlns:a16="http://schemas.microsoft.com/office/drawing/2014/main" id="{38CDB287-AB26-0A9A-E44A-211AA074F8D3}"/>
              </a:ext>
            </a:extLst>
          </p:cNvPr>
          <p:cNvPicPr>
            <a:picLocks noChangeAspect="1"/>
          </p:cNvPicPr>
          <p:nvPr/>
        </p:nvPicPr>
        <p:blipFill>
          <a:blip r:embed="rId3"/>
          <a:stretch>
            <a:fillRect/>
          </a:stretch>
        </p:blipFill>
        <p:spPr>
          <a:xfrm>
            <a:off x="0" y="3419759"/>
            <a:ext cx="12192000" cy="2448895"/>
          </a:xfrm>
          <a:prstGeom prst="rect">
            <a:avLst/>
          </a:prstGeom>
        </p:spPr>
      </p:pic>
      <p:sp>
        <p:nvSpPr>
          <p:cNvPr id="7" name="Oval 6">
            <a:extLst>
              <a:ext uri="{FF2B5EF4-FFF2-40B4-BE49-F238E27FC236}">
                <a16:creationId xmlns:a16="http://schemas.microsoft.com/office/drawing/2014/main" id="{B0F580B1-D239-141E-9465-B1741DE946E2}"/>
              </a:ext>
            </a:extLst>
          </p:cNvPr>
          <p:cNvSpPr/>
          <p:nvPr/>
        </p:nvSpPr>
        <p:spPr>
          <a:xfrm>
            <a:off x="1847211" y="3798752"/>
            <a:ext cx="1055549"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99BB6CB-05D6-1EFD-38EC-7D3218621188}"/>
              </a:ext>
            </a:extLst>
          </p:cNvPr>
          <p:cNvSpPr/>
          <p:nvPr/>
        </p:nvSpPr>
        <p:spPr>
          <a:xfrm>
            <a:off x="2859802" y="3785453"/>
            <a:ext cx="1207950"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B060AA1-9669-58E8-81E7-8A1B450A9597}"/>
              </a:ext>
            </a:extLst>
          </p:cNvPr>
          <p:cNvSpPr/>
          <p:nvPr/>
        </p:nvSpPr>
        <p:spPr>
          <a:xfrm>
            <a:off x="6345568" y="3790565"/>
            <a:ext cx="2753427"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EFD7DD8-8B4E-BF8C-FBFB-91798E0F5377}"/>
              </a:ext>
            </a:extLst>
          </p:cNvPr>
          <p:cNvSpPr/>
          <p:nvPr/>
        </p:nvSpPr>
        <p:spPr>
          <a:xfrm>
            <a:off x="8947620" y="3789540"/>
            <a:ext cx="3267901"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B73DF53-6395-0476-374F-258945C5FC7A}"/>
              </a:ext>
            </a:extLst>
          </p:cNvPr>
          <p:cNvSpPr txBox="1"/>
          <p:nvPr/>
        </p:nvSpPr>
        <p:spPr>
          <a:xfrm>
            <a:off x="6996633" y="3059668"/>
            <a:ext cx="1451295" cy="369332"/>
          </a:xfrm>
          <a:prstGeom prst="rect">
            <a:avLst/>
          </a:prstGeom>
          <a:noFill/>
        </p:spPr>
        <p:txBody>
          <a:bodyPr wrap="none" rtlCol="0">
            <a:spAutoFit/>
          </a:bodyPr>
          <a:lstStyle/>
          <a:p>
            <a:r>
              <a:rPr lang="en-US" dirty="0"/>
              <a:t>Timeline info</a:t>
            </a:r>
          </a:p>
        </p:txBody>
      </p:sp>
      <p:sp>
        <p:nvSpPr>
          <p:cNvPr id="16" name="TextBox 15">
            <a:extLst>
              <a:ext uri="{FF2B5EF4-FFF2-40B4-BE49-F238E27FC236}">
                <a16:creationId xmlns:a16="http://schemas.microsoft.com/office/drawing/2014/main" id="{3FCEADDA-2076-E240-AA06-5391AA6BBECF}"/>
              </a:ext>
            </a:extLst>
          </p:cNvPr>
          <p:cNvSpPr txBox="1"/>
          <p:nvPr/>
        </p:nvSpPr>
        <p:spPr>
          <a:xfrm>
            <a:off x="9734062" y="3014163"/>
            <a:ext cx="1695016" cy="369332"/>
          </a:xfrm>
          <a:prstGeom prst="rect">
            <a:avLst/>
          </a:prstGeom>
          <a:noFill/>
        </p:spPr>
        <p:txBody>
          <a:bodyPr wrap="none" rtlCol="0">
            <a:spAutoFit/>
          </a:bodyPr>
          <a:lstStyle/>
          <a:p>
            <a:r>
              <a:rPr lang="en-US" dirty="0"/>
              <a:t>Metastasis info</a:t>
            </a:r>
          </a:p>
        </p:txBody>
      </p:sp>
    </p:spTree>
    <p:extLst>
      <p:ext uri="{BB962C8B-B14F-4D97-AF65-F5344CB8AC3E}">
        <p14:creationId xmlns:p14="http://schemas.microsoft.com/office/powerpoint/2010/main" val="66579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45010-FDB1-7D7A-9308-097AD0E0FE45}"/>
              </a:ext>
            </a:extLst>
          </p:cNvPr>
          <p:cNvSpPr>
            <a:spLocks noGrp="1"/>
          </p:cNvSpPr>
          <p:nvPr>
            <p:ph type="title"/>
          </p:nvPr>
        </p:nvSpPr>
        <p:spPr/>
        <p:txBody>
          <a:bodyPr/>
          <a:lstStyle/>
          <a:p>
            <a:r>
              <a:rPr lang="en-US" dirty="0"/>
              <a:t>MSK-CHORD is a pan-cancer clinical sequencing and therapeutic cohort</a:t>
            </a:r>
          </a:p>
        </p:txBody>
      </p:sp>
      <p:sp>
        <p:nvSpPr>
          <p:cNvPr id="3" name="Content Placeholder 2">
            <a:extLst>
              <a:ext uri="{FF2B5EF4-FFF2-40B4-BE49-F238E27FC236}">
                <a16:creationId xmlns:a16="http://schemas.microsoft.com/office/drawing/2014/main" id="{4C301E42-C30B-6BF0-D37E-973E59D22A37}"/>
              </a:ext>
            </a:extLst>
          </p:cNvPr>
          <p:cNvSpPr>
            <a:spLocks noGrp="1"/>
          </p:cNvSpPr>
          <p:nvPr>
            <p:ph idx="1"/>
          </p:nvPr>
        </p:nvSpPr>
        <p:spPr/>
        <p:txBody>
          <a:bodyPr/>
          <a:lstStyle/>
          <a:p>
            <a:r>
              <a:rPr lang="en-US" dirty="0"/>
              <a:t>25,040 sequenced tumors from 24,950 patients and their matched normals (MSK-IMPACT)</a:t>
            </a:r>
          </a:p>
          <a:p>
            <a:r>
              <a:rPr lang="en-US" dirty="0"/>
              <a:t>Clinical annotations:</a:t>
            </a:r>
          </a:p>
        </p:txBody>
      </p:sp>
      <p:pic>
        <p:nvPicPr>
          <p:cNvPr id="5" name="Picture 4">
            <a:extLst>
              <a:ext uri="{FF2B5EF4-FFF2-40B4-BE49-F238E27FC236}">
                <a16:creationId xmlns:a16="http://schemas.microsoft.com/office/drawing/2014/main" id="{AAC65E0D-0577-34ED-7F8E-17E33D5292E3}"/>
              </a:ext>
            </a:extLst>
          </p:cNvPr>
          <p:cNvPicPr>
            <a:picLocks noChangeAspect="1"/>
          </p:cNvPicPr>
          <p:nvPr/>
        </p:nvPicPr>
        <p:blipFill>
          <a:blip r:embed="rId3"/>
          <a:stretch>
            <a:fillRect/>
          </a:stretch>
        </p:blipFill>
        <p:spPr>
          <a:xfrm>
            <a:off x="0" y="3293018"/>
            <a:ext cx="12192000" cy="2408833"/>
          </a:xfrm>
          <a:prstGeom prst="rect">
            <a:avLst/>
          </a:prstGeom>
        </p:spPr>
      </p:pic>
      <p:sp>
        <p:nvSpPr>
          <p:cNvPr id="6" name="Oval 5">
            <a:extLst>
              <a:ext uri="{FF2B5EF4-FFF2-40B4-BE49-F238E27FC236}">
                <a16:creationId xmlns:a16="http://schemas.microsoft.com/office/drawing/2014/main" id="{3E1FE2C6-3B3E-339A-BA97-0E0A235DA7B7}"/>
              </a:ext>
            </a:extLst>
          </p:cNvPr>
          <p:cNvSpPr/>
          <p:nvPr/>
        </p:nvSpPr>
        <p:spPr>
          <a:xfrm>
            <a:off x="1405353" y="3620779"/>
            <a:ext cx="533911"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0C528DA-9C40-C168-52A9-D901105A4FB3}"/>
              </a:ext>
            </a:extLst>
          </p:cNvPr>
          <p:cNvSpPr/>
          <p:nvPr/>
        </p:nvSpPr>
        <p:spPr>
          <a:xfrm>
            <a:off x="6356812" y="3619754"/>
            <a:ext cx="533911"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FDAB01D-BE64-5448-E4B9-1A8499F21013}"/>
              </a:ext>
            </a:extLst>
          </p:cNvPr>
          <p:cNvSpPr/>
          <p:nvPr/>
        </p:nvSpPr>
        <p:spPr>
          <a:xfrm>
            <a:off x="8218331" y="3623841"/>
            <a:ext cx="747697"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3D96791-B90C-CD4B-409D-F8A3F4CFB653}"/>
              </a:ext>
            </a:extLst>
          </p:cNvPr>
          <p:cNvSpPr/>
          <p:nvPr/>
        </p:nvSpPr>
        <p:spPr>
          <a:xfrm>
            <a:off x="10224080" y="3622816"/>
            <a:ext cx="747697"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4374592-EB72-38C0-3679-2A1B04B58BF9}"/>
              </a:ext>
            </a:extLst>
          </p:cNvPr>
          <p:cNvSpPr/>
          <p:nvPr/>
        </p:nvSpPr>
        <p:spPr>
          <a:xfrm>
            <a:off x="11327702" y="3615654"/>
            <a:ext cx="747697" cy="2154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Bent 18">
            <a:extLst>
              <a:ext uri="{FF2B5EF4-FFF2-40B4-BE49-F238E27FC236}">
                <a16:creationId xmlns:a16="http://schemas.microsoft.com/office/drawing/2014/main" id="{0DCD7829-3475-3C55-3F7B-658D023926AB}"/>
              </a:ext>
            </a:extLst>
          </p:cNvPr>
          <p:cNvSpPr/>
          <p:nvPr/>
        </p:nvSpPr>
        <p:spPr>
          <a:xfrm flipV="1">
            <a:off x="1603521" y="5861086"/>
            <a:ext cx="533911" cy="601081"/>
          </a:xfrm>
          <a:prstGeom prst="ben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Box 19">
            <a:extLst>
              <a:ext uri="{FF2B5EF4-FFF2-40B4-BE49-F238E27FC236}">
                <a16:creationId xmlns:a16="http://schemas.microsoft.com/office/drawing/2014/main" id="{BB6D520F-D118-C71D-9C8C-C451F6BDC5D3}"/>
              </a:ext>
            </a:extLst>
          </p:cNvPr>
          <p:cNvSpPr txBox="1"/>
          <p:nvPr/>
        </p:nvSpPr>
        <p:spPr>
          <a:xfrm>
            <a:off x="2137432" y="6133371"/>
            <a:ext cx="9928487" cy="369332"/>
          </a:xfrm>
          <a:prstGeom prst="rect">
            <a:avLst/>
          </a:prstGeom>
          <a:noFill/>
        </p:spPr>
        <p:txBody>
          <a:bodyPr wrap="none" rtlCol="0">
            <a:spAutoFit/>
          </a:bodyPr>
          <a:lstStyle/>
          <a:p>
            <a:r>
              <a:rPr lang="en-US" dirty="0"/>
              <a:t>Treatments types: chemo, hormone, targeted, immune, biologic, bone, investigative, and radiation  </a:t>
            </a:r>
          </a:p>
        </p:txBody>
      </p:sp>
      <p:sp>
        <p:nvSpPr>
          <p:cNvPr id="21" name="TextBox 20">
            <a:extLst>
              <a:ext uri="{FF2B5EF4-FFF2-40B4-BE49-F238E27FC236}">
                <a16:creationId xmlns:a16="http://schemas.microsoft.com/office/drawing/2014/main" id="{D8393E21-D45B-6C3A-1EBE-85C2F29E4240}"/>
              </a:ext>
            </a:extLst>
          </p:cNvPr>
          <p:cNvSpPr txBox="1"/>
          <p:nvPr/>
        </p:nvSpPr>
        <p:spPr>
          <a:xfrm>
            <a:off x="8528346" y="2448574"/>
            <a:ext cx="2799356" cy="369332"/>
          </a:xfrm>
          <a:prstGeom prst="rect">
            <a:avLst/>
          </a:prstGeom>
          <a:noFill/>
        </p:spPr>
        <p:txBody>
          <a:bodyPr wrap="none" rtlCol="0">
            <a:spAutoFit/>
          </a:bodyPr>
          <a:lstStyle/>
          <a:p>
            <a:r>
              <a:rPr lang="en-US" dirty="0"/>
              <a:t>Some possible covariates</a:t>
            </a:r>
          </a:p>
        </p:txBody>
      </p:sp>
      <p:cxnSp>
        <p:nvCxnSpPr>
          <p:cNvPr id="27" name="Straight Connector 26">
            <a:extLst>
              <a:ext uri="{FF2B5EF4-FFF2-40B4-BE49-F238E27FC236}">
                <a16:creationId xmlns:a16="http://schemas.microsoft.com/office/drawing/2014/main" id="{5A897443-6AAF-7590-E819-491D0C0143BF}"/>
              </a:ext>
            </a:extLst>
          </p:cNvPr>
          <p:cNvCxnSpPr>
            <a:cxnSpLocks/>
            <a:stCxn id="14" idx="0"/>
            <a:endCxn id="21" idx="2"/>
          </p:cNvCxnSpPr>
          <p:nvPr/>
        </p:nvCxnSpPr>
        <p:spPr>
          <a:xfrm flipV="1">
            <a:off x="8592180" y="2817906"/>
            <a:ext cx="1335844" cy="8059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825C472-57F1-9ABE-F637-7A5BD2E27E36}"/>
              </a:ext>
            </a:extLst>
          </p:cNvPr>
          <p:cNvCxnSpPr>
            <a:cxnSpLocks/>
            <a:stCxn id="16" idx="0"/>
            <a:endCxn id="21" idx="2"/>
          </p:cNvCxnSpPr>
          <p:nvPr/>
        </p:nvCxnSpPr>
        <p:spPr>
          <a:xfrm flipH="1" flipV="1">
            <a:off x="9928024" y="2817906"/>
            <a:ext cx="669905" cy="8049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43FA5C3-F703-9D84-ACD0-10AA1AFE364D}"/>
              </a:ext>
            </a:extLst>
          </p:cNvPr>
          <p:cNvCxnSpPr>
            <a:cxnSpLocks/>
            <a:stCxn id="18" idx="0"/>
            <a:endCxn id="21" idx="2"/>
          </p:cNvCxnSpPr>
          <p:nvPr/>
        </p:nvCxnSpPr>
        <p:spPr>
          <a:xfrm flipH="1" flipV="1">
            <a:off x="9928024" y="2817906"/>
            <a:ext cx="1773527" cy="79774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5389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AC6BD-AB7A-AEBF-1FDB-1B3E6AC2B7FD}"/>
              </a:ext>
            </a:extLst>
          </p:cNvPr>
          <p:cNvSpPr>
            <a:spLocks noGrp="1"/>
          </p:cNvSpPr>
          <p:nvPr>
            <p:ph type="title"/>
          </p:nvPr>
        </p:nvSpPr>
        <p:spPr/>
        <p:txBody>
          <a:bodyPr>
            <a:normAutofit/>
          </a:bodyPr>
          <a:lstStyle/>
          <a:p>
            <a:r>
              <a:rPr lang="en-US" sz="4000" dirty="0"/>
              <a:t>12,643 patients with 27 cancer types and eight treatment types</a:t>
            </a:r>
          </a:p>
        </p:txBody>
      </p:sp>
      <p:pic>
        <p:nvPicPr>
          <p:cNvPr id="5" name="Picture 4">
            <a:extLst>
              <a:ext uri="{FF2B5EF4-FFF2-40B4-BE49-F238E27FC236}">
                <a16:creationId xmlns:a16="http://schemas.microsoft.com/office/drawing/2014/main" id="{D16F5637-337C-774D-C6F8-3223FC5C635B}"/>
              </a:ext>
            </a:extLst>
          </p:cNvPr>
          <p:cNvPicPr>
            <a:picLocks noChangeAspect="1"/>
          </p:cNvPicPr>
          <p:nvPr/>
        </p:nvPicPr>
        <p:blipFill>
          <a:blip r:embed="rId3"/>
          <a:stretch>
            <a:fillRect/>
          </a:stretch>
        </p:blipFill>
        <p:spPr>
          <a:xfrm>
            <a:off x="819789" y="1554701"/>
            <a:ext cx="10546466" cy="5206247"/>
          </a:xfrm>
          <a:prstGeom prst="rect">
            <a:avLst/>
          </a:prstGeom>
        </p:spPr>
      </p:pic>
    </p:spTree>
    <p:extLst>
      <p:ext uri="{BB962C8B-B14F-4D97-AF65-F5344CB8AC3E}">
        <p14:creationId xmlns:p14="http://schemas.microsoft.com/office/powerpoint/2010/main" val="1391111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3827B-8D1A-3893-4E8B-C54A7FC66AF6}"/>
              </a:ext>
            </a:extLst>
          </p:cNvPr>
          <p:cNvSpPr>
            <a:spLocks noGrp="1"/>
          </p:cNvSpPr>
          <p:nvPr>
            <p:ph type="title"/>
          </p:nvPr>
        </p:nvSpPr>
        <p:spPr>
          <a:xfrm>
            <a:off x="838200" y="-65199"/>
            <a:ext cx="10515600" cy="1325563"/>
          </a:xfrm>
        </p:spPr>
        <p:txBody>
          <a:bodyPr>
            <a:normAutofit/>
          </a:bodyPr>
          <a:lstStyle/>
          <a:p>
            <a:r>
              <a:rPr lang="en-US" sz="4000" dirty="0"/>
              <a:t>The order of clinical events varies per patient</a:t>
            </a:r>
          </a:p>
        </p:txBody>
      </p:sp>
      <p:pic>
        <p:nvPicPr>
          <p:cNvPr id="5" name="Content Placeholder 4">
            <a:extLst>
              <a:ext uri="{FF2B5EF4-FFF2-40B4-BE49-F238E27FC236}">
                <a16:creationId xmlns:a16="http://schemas.microsoft.com/office/drawing/2014/main" id="{E5055A9A-4277-8BE5-04F3-626C5FBB41E0}"/>
              </a:ext>
            </a:extLst>
          </p:cNvPr>
          <p:cNvPicPr>
            <a:picLocks noGrp="1" noChangeAspect="1"/>
          </p:cNvPicPr>
          <p:nvPr>
            <p:ph idx="1"/>
          </p:nvPr>
        </p:nvPicPr>
        <p:blipFill>
          <a:blip r:embed="rId3"/>
          <a:stretch>
            <a:fillRect/>
          </a:stretch>
        </p:blipFill>
        <p:spPr>
          <a:xfrm>
            <a:off x="282072" y="1083751"/>
            <a:ext cx="8700890" cy="5496207"/>
          </a:xfrm>
          <a:prstGeom prst="rect">
            <a:avLst/>
          </a:prstGeom>
        </p:spPr>
      </p:pic>
      <p:sp>
        <p:nvSpPr>
          <p:cNvPr id="3" name="Rectangle 2">
            <a:extLst>
              <a:ext uri="{FF2B5EF4-FFF2-40B4-BE49-F238E27FC236}">
                <a16:creationId xmlns:a16="http://schemas.microsoft.com/office/drawing/2014/main" id="{3BF11FD7-F5FF-4F1E-4ECB-02BD8F3894C3}"/>
              </a:ext>
            </a:extLst>
          </p:cNvPr>
          <p:cNvSpPr/>
          <p:nvPr/>
        </p:nvSpPr>
        <p:spPr>
          <a:xfrm>
            <a:off x="9172755" y="2444147"/>
            <a:ext cx="2829462" cy="9169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76% of patients had a sample taken pre-treatment</a:t>
            </a:r>
          </a:p>
        </p:txBody>
      </p:sp>
      <p:sp>
        <p:nvSpPr>
          <p:cNvPr id="6" name="Rectangle 5">
            <a:extLst>
              <a:ext uri="{FF2B5EF4-FFF2-40B4-BE49-F238E27FC236}">
                <a16:creationId xmlns:a16="http://schemas.microsoft.com/office/drawing/2014/main" id="{AA5CDB76-7776-2D2F-CD45-695AFF1ADFC7}"/>
              </a:ext>
            </a:extLst>
          </p:cNvPr>
          <p:cNvSpPr/>
          <p:nvPr/>
        </p:nvSpPr>
        <p:spPr>
          <a:xfrm>
            <a:off x="9172755" y="1127185"/>
            <a:ext cx="2829462" cy="1173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Q1: </a:t>
            </a:r>
            <a:r>
              <a:rPr lang="en-US" sz="1600" dirty="0"/>
              <a:t>What tumor subpopulations </a:t>
            </a:r>
            <a:r>
              <a:rPr lang="en-US" sz="1600" b="1" dirty="0"/>
              <a:t>survive treatment</a:t>
            </a:r>
            <a:r>
              <a:rPr lang="en-US" sz="1600" dirty="0"/>
              <a:t>, and where the cancer will spread?  </a:t>
            </a:r>
          </a:p>
        </p:txBody>
      </p:sp>
      <p:sp>
        <p:nvSpPr>
          <p:cNvPr id="8" name="Rectangle 7">
            <a:extLst>
              <a:ext uri="{FF2B5EF4-FFF2-40B4-BE49-F238E27FC236}">
                <a16:creationId xmlns:a16="http://schemas.microsoft.com/office/drawing/2014/main" id="{D31A1EB9-88E5-A52D-1F9E-41EF26F2FA58}"/>
              </a:ext>
            </a:extLst>
          </p:cNvPr>
          <p:cNvSpPr/>
          <p:nvPr/>
        </p:nvSpPr>
        <p:spPr>
          <a:xfrm>
            <a:off x="9172755" y="3496872"/>
            <a:ext cx="2829462" cy="10751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Therefore, </a:t>
            </a:r>
            <a:r>
              <a:rPr lang="en-US" sz="1600" b="1" dirty="0"/>
              <a:t>we cannot predict what subpopulations survive treatment </a:t>
            </a:r>
            <a:r>
              <a:rPr lang="en-US" sz="1600" dirty="0"/>
              <a:t>and </a:t>
            </a:r>
            <a:r>
              <a:rPr lang="en-US" sz="1600" b="1" dirty="0"/>
              <a:t>where they spread</a:t>
            </a:r>
            <a:r>
              <a:rPr lang="en-US" sz="1600" dirty="0"/>
              <a:t>.</a:t>
            </a:r>
          </a:p>
        </p:txBody>
      </p:sp>
      <p:sp>
        <p:nvSpPr>
          <p:cNvPr id="10" name="Rectangle 9">
            <a:extLst>
              <a:ext uri="{FF2B5EF4-FFF2-40B4-BE49-F238E27FC236}">
                <a16:creationId xmlns:a16="http://schemas.microsoft.com/office/drawing/2014/main" id="{6F122E0C-D6B7-C1E2-F313-84B1133F60DB}"/>
              </a:ext>
            </a:extLst>
          </p:cNvPr>
          <p:cNvSpPr/>
          <p:nvPr/>
        </p:nvSpPr>
        <p:spPr>
          <a:xfrm>
            <a:off x="9172755" y="4777409"/>
            <a:ext cx="2829462" cy="1676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Q2: </a:t>
            </a:r>
            <a:r>
              <a:rPr lang="en-US" sz="1600" dirty="0"/>
              <a:t>Can we predict if </a:t>
            </a:r>
            <a:r>
              <a:rPr lang="en-US" sz="1600" b="1" dirty="0"/>
              <a:t>a sample was collected pre- or post- treatment</a:t>
            </a:r>
            <a:r>
              <a:rPr lang="en-US" sz="1600" dirty="0"/>
              <a:t>? Using SHAP, </a:t>
            </a:r>
            <a:r>
              <a:rPr lang="en-US" sz="1600" b="1" dirty="0"/>
              <a:t>what features will our model use </a:t>
            </a:r>
            <a:r>
              <a:rPr lang="en-US" sz="1600" dirty="0"/>
              <a:t>to make a prediction?</a:t>
            </a:r>
          </a:p>
        </p:txBody>
      </p:sp>
      <p:sp>
        <p:nvSpPr>
          <p:cNvPr id="4" name="Rectangle 3">
            <a:extLst>
              <a:ext uri="{FF2B5EF4-FFF2-40B4-BE49-F238E27FC236}">
                <a16:creationId xmlns:a16="http://schemas.microsoft.com/office/drawing/2014/main" id="{F22C2964-56DF-0FF7-FBE0-536BD27B2405}"/>
              </a:ext>
            </a:extLst>
          </p:cNvPr>
          <p:cNvSpPr/>
          <p:nvPr/>
        </p:nvSpPr>
        <p:spPr>
          <a:xfrm>
            <a:off x="3817160" y="1699925"/>
            <a:ext cx="3154373" cy="15894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A5F0D24-C09C-9BC7-1EFC-E8DD2AC8FF52}"/>
              </a:ext>
            </a:extLst>
          </p:cNvPr>
          <p:cNvSpPr/>
          <p:nvPr/>
        </p:nvSpPr>
        <p:spPr>
          <a:xfrm>
            <a:off x="2097801" y="3926601"/>
            <a:ext cx="4873732" cy="195869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72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8A65057-91D8-7E8C-4BD2-93175EBB66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51586" y="0"/>
            <a:ext cx="8040414" cy="6858000"/>
          </a:xfrm>
          <a:prstGeom prst="rect">
            <a:avLst/>
          </a:prstGeom>
        </p:spPr>
      </p:pic>
      <p:cxnSp>
        <p:nvCxnSpPr>
          <p:cNvPr id="11" name="Straight Arrow Connector 10">
            <a:extLst>
              <a:ext uri="{FF2B5EF4-FFF2-40B4-BE49-F238E27FC236}">
                <a16:creationId xmlns:a16="http://schemas.microsoft.com/office/drawing/2014/main" id="{FE80312F-D50A-5867-C391-1812E7729013}"/>
              </a:ext>
            </a:extLst>
          </p:cNvPr>
          <p:cNvCxnSpPr>
            <a:cxnSpLocks/>
          </p:cNvCxnSpPr>
          <p:nvPr/>
        </p:nvCxnSpPr>
        <p:spPr>
          <a:xfrm>
            <a:off x="6096000" y="1922929"/>
            <a:ext cx="0" cy="4370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7C4D6A9-A942-0001-B373-B76ABBDBB113}"/>
              </a:ext>
            </a:extLst>
          </p:cNvPr>
          <p:cNvCxnSpPr>
            <a:cxnSpLocks/>
          </p:cNvCxnSpPr>
          <p:nvPr/>
        </p:nvCxnSpPr>
        <p:spPr>
          <a:xfrm>
            <a:off x="7537074" y="3191433"/>
            <a:ext cx="4123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38B1E48-BCD8-60FF-1812-10DC3444FB6F}"/>
              </a:ext>
            </a:extLst>
          </p:cNvPr>
          <p:cNvCxnSpPr>
            <a:cxnSpLocks/>
          </p:cNvCxnSpPr>
          <p:nvPr/>
        </p:nvCxnSpPr>
        <p:spPr>
          <a:xfrm>
            <a:off x="8763000" y="3749487"/>
            <a:ext cx="0" cy="6208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11B9320-8B46-FE01-5796-BCFB93E83D1A}"/>
              </a:ext>
            </a:extLst>
          </p:cNvPr>
          <p:cNvCxnSpPr>
            <a:cxnSpLocks/>
          </p:cNvCxnSpPr>
          <p:nvPr/>
        </p:nvCxnSpPr>
        <p:spPr>
          <a:xfrm>
            <a:off x="9594477" y="3186949"/>
            <a:ext cx="470647" cy="44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1674B38-4960-4B96-7D2B-D3194DA17318}"/>
              </a:ext>
            </a:extLst>
          </p:cNvPr>
          <p:cNvSpPr txBox="1"/>
          <p:nvPr/>
        </p:nvSpPr>
        <p:spPr>
          <a:xfrm>
            <a:off x="229054" y="2218809"/>
            <a:ext cx="3831301" cy="2308324"/>
          </a:xfrm>
          <a:prstGeom prst="rect">
            <a:avLst/>
          </a:prstGeom>
          <a:noFill/>
        </p:spPr>
        <p:txBody>
          <a:bodyPr wrap="square">
            <a:spAutoFit/>
          </a:bodyPr>
          <a:lstStyle/>
          <a:p>
            <a:pPr lvl="0"/>
            <a:r>
              <a:rPr lang="en-US" sz="2400" b="0" dirty="0"/>
              <a:t>Can we predict if </a:t>
            </a:r>
            <a:r>
              <a:rPr lang="en-US" sz="2400" b="1" dirty="0"/>
              <a:t>a sample was collected pre- or post- treatment</a:t>
            </a:r>
            <a:r>
              <a:rPr lang="en-US" sz="2400" b="0" dirty="0"/>
              <a:t>? Using SHAP, </a:t>
            </a:r>
            <a:r>
              <a:rPr lang="en-US" sz="2400" b="1" dirty="0"/>
              <a:t>what features will our model use </a:t>
            </a:r>
            <a:r>
              <a:rPr lang="en-US" sz="2400" b="0" dirty="0"/>
              <a:t>to make a prediction?</a:t>
            </a:r>
          </a:p>
        </p:txBody>
      </p:sp>
      <p:sp>
        <p:nvSpPr>
          <p:cNvPr id="25" name="Left Brace 24">
            <a:extLst>
              <a:ext uri="{FF2B5EF4-FFF2-40B4-BE49-F238E27FC236}">
                <a16:creationId xmlns:a16="http://schemas.microsoft.com/office/drawing/2014/main" id="{BCEA7004-978C-4A85-B7D6-9AFCC9EB553F}"/>
              </a:ext>
            </a:extLst>
          </p:cNvPr>
          <p:cNvSpPr/>
          <p:nvPr/>
        </p:nvSpPr>
        <p:spPr>
          <a:xfrm flipH="1">
            <a:off x="3969124" y="2066366"/>
            <a:ext cx="412377" cy="261321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Title 1">
            <a:extLst>
              <a:ext uri="{FF2B5EF4-FFF2-40B4-BE49-F238E27FC236}">
                <a16:creationId xmlns:a16="http://schemas.microsoft.com/office/drawing/2014/main" id="{57CD6471-E486-4FE8-3F29-0A7AC1120753}"/>
              </a:ext>
            </a:extLst>
          </p:cNvPr>
          <p:cNvSpPr>
            <a:spLocks noGrp="1"/>
          </p:cNvSpPr>
          <p:nvPr>
            <p:ph type="title"/>
          </p:nvPr>
        </p:nvSpPr>
        <p:spPr>
          <a:xfrm>
            <a:off x="838200" y="365125"/>
            <a:ext cx="3437965" cy="1325563"/>
          </a:xfrm>
        </p:spPr>
        <p:txBody>
          <a:bodyPr/>
          <a:lstStyle/>
          <a:p>
            <a:r>
              <a:rPr lang="en-US" dirty="0"/>
              <a:t>Next steps…</a:t>
            </a:r>
          </a:p>
        </p:txBody>
      </p:sp>
    </p:spTree>
    <p:extLst>
      <p:ext uri="{BB962C8B-B14F-4D97-AF65-F5344CB8AC3E}">
        <p14:creationId xmlns:p14="http://schemas.microsoft.com/office/powerpoint/2010/main" val="2153659169"/>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Data cleaning turns 25,040 samples into four labelled cohorts</a:t>
            </a:r>
          </a:p>
        </p:txBody>
      </p:sp>
      <p:pic>
        <p:nvPicPr>
          <p:cNvPr id="3" name="Picture 2" descr="Cohort attrition: samples remaining after each cleaning step, for the breast, NSCLC, prostate and colorectal cohorts"/>
          <p:cNvPicPr>
            <a:picLocks noChangeAspect="1"/>
          </p:cNvPicPr>
          <p:nvPr/>
        </p:nvPicPr>
        <p:blipFill>
          <a:blip r:embed="rId2"/>
          <a:stretch>
            <a:fillRect/>
          </a:stretch>
        </p:blipFill>
        <p:spPr>
          <a:xfrm>
            <a:off x="548640" y="1783080"/>
            <a:ext cx="11064240" cy="3288509"/>
          </a:xfrm>
          <a:prstGeom prst="rect">
            <a:avLst/>
          </a:prstGeom>
        </p:spPr>
      </p:pic>
      <p:sp>
        <p:nvSpPr>
          <p:cNvPr id="4" name="Label definition"/>
          <p:cNvSpPr/>
          <p:nvPr/>
        </p:nvSpPr>
        <p:spPr>
          <a:xfrm>
            <a:off x="548640" y="5212080"/>
            <a:ext cx="3514344" cy="1143000"/>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400"/>
              </a:spcAft>
            </a:pPr>
            <a:r>
              <a:rPr sz="1500" b="1">
                <a:solidFill>
                  <a:schemeClr val="tx1"/>
                </a:solidFill>
              </a:rPr>
              <a:t>Pre (label 0): </a:t>
            </a:r>
            <a:r>
              <a:rPr sz="1500" b="0">
                <a:solidFill>
                  <a:schemeClr val="tx1"/>
                </a:solidFill>
              </a:rPr>
              <a:t>collected on or before the first dose</a:t>
            </a:r>
          </a:p>
          <a:p>
            <a:pPr algn="l">
              <a:spcAft>
                <a:spcPts val="0"/>
              </a:spcAft>
            </a:pPr>
            <a:r>
              <a:rPr sz="1500" b="1">
                <a:solidFill>
                  <a:schemeClr val="tx1"/>
                </a:solidFill>
              </a:rPr>
              <a:t>Post (label 1): </a:t>
            </a:r>
            <a:r>
              <a:rPr sz="1500" b="0">
                <a:solidFill>
                  <a:schemeClr val="tx1"/>
                </a:solidFill>
              </a:rPr>
              <a:t>collected &gt; 90 days after it; days 0–90 excluded</a:t>
            </a:r>
          </a:p>
        </p:txBody>
      </p:sp>
      <p:sp>
        <p:nvSpPr>
          <p:cNvPr id="5" name="Strict tier"/>
          <p:cNvSpPr/>
          <p:nvPr/>
        </p:nvSpPr>
        <p:spPr>
          <a:xfrm>
            <a:off x="4337304" y="5212080"/>
            <a:ext cx="3514344" cy="1143000"/>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0"/>
              </a:spcAft>
            </a:pPr>
            <a:r>
              <a:rPr sz="1500" b="1">
                <a:solidFill>
                  <a:schemeClr val="tx1"/>
                </a:solidFill>
              </a:rPr>
              <a:t>Strict tier: </a:t>
            </a:r>
            <a:r>
              <a:rPr sz="1500" b="0">
                <a:solidFill>
                  <a:schemeClr val="tx1"/>
                </a:solidFill>
              </a:rPr>
              <a:t>first-line drug class, no prior therapy outside MSK, FACETS QC pass, one sample per patient</a:t>
            </a:r>
          </a:p>
        </p:txBody>
      </p:sp>
      <p:sp>
        <p:nvSpPr>
          <p:cNvPr id="6" name="Main analysis size"/>
          <p:cNvSpPr/>
          <p:nvPr/>
        </p:nvSpPr>
        <p:spPr>
          <a:xfrm>
            <a:off x="8125968" y="5212080"/>
            <a:ext cx="3514344" cy="1143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0"/>
              </a:spcAft>
            </a:pPr>
            <a:r>
              <a:rPr sz="2400" b="1">
                <a:solidFill>
                  <a:schemeClr val="bg1"/>
                </a:solidFill>
              </a:rPr>
              <a:t>4,308 samples</a:t>
            </a:r>
          </a:p>
          <a:p>
            <a:pPr algn="l">
              <a:spcAft>
                <a:spcPts val="0"/>
              </a:spcAft>
            </a:pPr>
            <a:r>
              <a:rPr sz="1500" b="0">
                <a:solidFill>
                  <a:schemeClr val="bg1"/>
                </a:solidFill>
              </a:rPr>
              <a:t>in the main analysis</a:t>
            </a:r>
          </a:p>
          <a:p>
            <a:pPr algn="l">
              <a:spcAft>
                <a:spcPts val="0"/>
              </a:spcAft>
            </a:pPr>
            <a:r>
              <a:rPr sz="1500" b="0">
                <a:solidFill>
                  <a:schemeClr val="bg1"/>
                </a:solidFill>
              </a:rPr>
              <a:t>3,306 pre · 1,002 post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Preprocessing makes samples comparable and keeps the test set unseen</a:t>
            </a:r>
          </a:p>
        </p:txBody>
      </p:sp>
      <p:sp>
        <p:nvSpPr>
          <p:cNvPr id="3" name="Step 1 marker"/>
          <p:cNvSpPr/>
          <p:nvPr/>
        </p:nvSpPr>
        <p:spPr>
          <a:xfrm>
            <a:off x="548640" y="1828800"/>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pPr>
            <a:r>
              <a:rPr sz="1800" b="1">
                <a:solidFill>
                  <a:schemeClr val="bg1"/>
                </a:solidFill>
              </a:rPr>
              <a:t>1</a:t>
            </a:r>
          </a:p>
        </p:txBody>
      </p:sp>
      <p:sp>
        <p:nvSpPr>
          <p:cNvPr id="4" name="Step 1 text"/>
          <p:cNvSpPr txBox="1"/>
          <p:nvPr/>
        </p:nvSpPr>
        <p:spPr>
          <a:xfrm>
            <a:off x="1234440" y="1783080"/>
            <a:ext cx="3977639" cy="1024127"/>
          </a:xfrm>
          <a:prstGeom prst="rect">
            <a:avLst/>
          </a:prstGeom>
          <a:noFill/>
        </p:spPr>
        <p:txBody>
          <a:bodyPr wrap="square" lIns="0" rIns="0" tIns="0" bIns="0">
            <a:spAutoFit/>
          </a:bodyPr>
          <a:lstStyle/>
          <a:p>
            <a:pPr algn="l">
              <a:spcAft>
                <a:spcPts val="200"/>
              </a:spcAft>
            </a:pPr>
            <a:r>
              <a:rPr sz="1600" b="1">
                <a:solidFill>
                  <a:schemeClr val="tx1"/>
                </a:solidFill>
              </a:rPr>
              <a:t>Keep oncogenic alterations</a:t>
            </a:r>
          </a:p>
          <a:p>
            <a:pPr algn="l">
              <a:spcAft>
                <a:spcPts val="0"/>
              </a:spcAft>
            </a:pPr>
            <a:r>
              <a:rPr sz="1400" b="0">
                <a:solidFill>
                  <a:schemeClr val="tx1"/>
                </a:solidFill>
              </a:rPr>
              <a:t>Hotspot and truncating mutations, amplifications, deep deletions, driver fusions and LOH: 2,095 candidate features</a:t>
            </a:r>
          </a:p>
        </p:txBody>
      </p:sp>
      <p:sp>
        <p:nvSpPr>
          <p:cNvPr id="5" name="Step 2 marker"/>
          <p:cNvSpPr/>
          <p:nvPr/>
        </p:nvSpPr>
        <p:spPr>
          <a:xfrm>
            <a:off x="548640" y="2944368"/>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pPr>
            <a:r>
              <a:rPr sz="1800" b="1">
                <a:solidFill>
                  <a:schemeClr val="bg1"/>
                </a:solidFill>
              </a:rPr>
              <a:t>2</a:t>
            </a:r>
          </a:p>
        </p:txBody>
      </p:sp>
      <p:sp>
        <p:nvSpPr>
          <p:cNvPr id="6" name="Step 2 text"/>
          <p:cNvSpPr txBox="1"/>
          <p:nvPr/>
        </p:nvSpPr>
        <p:spPr>
          <a:xfrm>
            <a:off x="1234440" y="2898648"/>
            <a:ext cx="3977639" cy="1024127"/>
          </a:xfrm>
          <a:prstGeom prst="rect">
            <a:avLst/>
          </a:prstGeom>
          <a:noFill/>
        </p:spPr>
        <p:txBody>
          <a:bodyPr wrap="square" lIns="0" rIns="0" tIns="0" bIns="0">
            <a:spAutoFit/>
          </a:bodyPr>
          <a:lstStyle/>
          <a:p>
            <a:pPr algn="l">
              <a:spcAft>
                <a:spcPts val="200"/>
              </a:spcAft>
            </a:pPr>
            <a:r>
              <a:rPr sz="1600" b="1">
                <a:solidFill>
                  <a:schemeClr val="tx1"/>
                </a:solidFill>
              </a:rPr>
              <a:t>Mask by gene panel</a:t>
            </a:r>
          </a:p>
          <a:p>
            <a:pPr algn="l">
              <a:spcAft>
                <a:spcPts val="0"/>
              </a:spcAft>
            </a:pPr>
            <a:r>
              <a:rPr sz="1400" b="0">
                <a:solidFill>
                  <a:schemeClr val="tx1"/>
                </a:solidFill>
              </a:rPr>
              <a:t>A gene missing from a sample's panel is unknown, not unaltered; the main model uses only genes every panel covers</a:t>
            </a:r>
          </a:p>
        </p:txBody>
      </p:sp>
      <p:sp>
        <p:nvSpPr>
          <p:cNvPr id="7" name="Step 3 marker"/>
          <p:cNvSpPr/>
          <p:nvPr/>
        </p:nvSpPr>
        <p:spPr>
          <a:xfrm>
            <a:off x="548640" y="4059935"/>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pPr>
            <a:r>
              <a:rPr sz="1800" b="1">
                <a:solidFill>
                  <a:schemeClr val="bg1"/>
                </a:solidFill>
              </a:rPr>
              <a:t>3</a:t>
            </a:r>
          </a:p>
        </p:txBody>
      </p:sp>
      <p:sp>
        <p:nvSpPr>
          <p:cNvPr id="8" name="Step 3 text"/>
          <p:cNvSpPr txBox="1"/>
          <p:nvPr/>
        </p:nvSpPr>
        <p:spPr>
          <a:xfrm>
            <a:off x="1234440" y="4014215"/>
            <a:ext cx="3977639" cy="1024127"/>
          </a:xfrm>
          <a:prstGeom prst="rect">
            <a:avLst/>
          </a:prstGeom>
          <a:noFill/>
        </p:spPr>
        <p:txBody>
          <a:bodyPr wrap="square" lIns="0" rIns="0" tIns="0" bIns="0">
            <a:spAutoFit/>
          </a:bodyPr>
          <a:lstStyle/>
          <a:p>
            <a:pPr algn="l">
              <a:spcAft>
                <a:spcPts val="200"/>
              </a:spcAft>
            </a:pPr>
            <a:r>
              <a:rPr sz="1600" b="1">
                <a:solidFill>
                  <a:schemeClr val="tx1"/>
                </a:solidFill>
              </a:rPr>
              <a:t>Add confounders as covariates</a:t>
            </a:r>
          </a:p>
          <a:p>
            <a:pPr algn="l">
              <a:spcAft>
                <a:spcPts val="0"/>
              </a:spcAft>
            </a:pPr>
            <a:r>
              <a:rPr sz="1400" b="0">
                <a:solidFill>
                  <a:schemeClr val="tx1"/>
                </a:solidFill>
              </a:rPr>
              <a:t>Biopsy site, metastatic status, purity, TMB, FGA, panel version, age and sex, so they aren't mistaken for treatment</a:t>
            </a:r>
          </a:p>
        </p:txBody>
      </p:sp>
      <p:sp>
        <p:nvSpPr>
          <p:cNvPr id="9" name="Step 4 marker"/>
          <p:cNvSpPr/>
          <p:nvPr/>
        </p:nvSpPr>
        <p:spPr>
          <a:xfrm>
            <a:off x="548640" y="5175504"/>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spcAft>
                <a:spcPts val="0"/>
              </a:spcAft>
            </a:pPr>
            <a:r>
              <a:rPr sz="1800" b="1">
                <a:solidFill>
                  <a:schemeClr val="bg1"/>
                </a:solidFill>
              </a:rPr>
              <a:t>4</a:t>
            </a:r>
          </a:p>
        </p:txBody>
      </p:sp>
      <p:sp>
        <p:nvSpPr>
          <p:cNvPr id="10" name="Step 4 text"/>
          <p:cNvSpPr txBox="1"/>
          <p:nvPr/>
        </p:nvSpPr>
        <p:spPr>
          <a:xfrm>
            <a:off x="1234440" y="5129784"/>
            <a:ext cx="3977639" cy="1024127"/>
          </a:xfrm>
          <a:prstGeom prst="rect">
            <a:avLst/>
          </a:prstGeom>
          <a:noFill/>
        </p:spPr>
        <p:txBody>
          <a:bodyPr wrap="square" lIns="0" rIns="0" tIns="0" bIns="0">
            <a:spAutoFit/>
          </a:bodyPr>
          <a:lstStyle/>
          <a:p>
            <a:pPr algn="l">
              <a:spcAft>
                <a:spcPts val="200"/>
              </a:spcAft>
            </a:pPr>
            <a:r>
              <a:rPr sz="1600" b="1">
                <a:solidFill>
                  <a:schemeClr val="tx1"/>
                </a:solidFill>
              </a:rPr>
              <a:t>Split by patient, fit inside folds</a:t>
            </a:r>
          </a:p>
          <a:p>
            <a:pPr algn="l">
              <a:spcAft>
                <a:spcPts val="0"/>
              </a:spcAft>
            </a:pPr>
            <a:r>
              <a:rPr sz="1400" b="0">
                <a:solidFill>
                  <a:schemeClr val="tx1"/>
                </a:solidFill>
              </a:rPr>
              <a:t>5 folds × 20 repeats grouped by patient; imputation and scaling learned on training folds only</a:t>
            </a:r>
          </a:p>
        </p:txBody>
      </p:sp>
      <p:pic>
        <p:nvPicPr>
          <p:cNvPr id="11" name="Picture 10" descr="Covariate balance: standardized mean difference between post- and pre-treatment samples for each covariate and cohort"/>
          <p:cNvPicPr>
            <a:picLocks noChangeAspect="1"/>
          </p:cNvPicPr>
          <p:nvPr/>
        </p:nvPicPr>
        <p:blipFill>
          <a:blip r:embed="rId2"/>
          <a:stretch>
            <a:fillRect/>
          </a:stretch>
        </p:blipFill>
        <p:spPr>
          <a:xfrm>
            <a:off x="5440680" y="1783080"/>
            <a:ext cx="6217920" cy="4041648"/>
          </a:xfrm>
          <a:prstGeom prst="rect">
            <a:avLst/>
          </a:prstGeom>
        </p:spPr>
      </p:pic>
      <p:sp>
        <p:nvSpPr>
          <p:cNvPr id="12" name="F4 takeaway"/>
          <p:cNvSpPr txBox="1"/>
          <p:nvPr/>
        </p:nvSpPr>
        <p:spPr>
          <a:xfrm>
            <a:off x="5440680" y="5870448"/>
            <a:ext cx="6217920" cy="502920"/>
          </a:xfrm>
          <a:prstGeom prst="rect">
            <a:avLst/>
          </a:prstGeom>
          <a:noFill/>
        </p:spPr>
        <p:txBody>
          <a:bodyPr wrap="square" lIns="0" rIns="0" tIns="0" bIns="0">
            <a:spAutoFit/>
          </a:bodyPr>
          <a:lstStyle/>
          <a:p>
            <a:pPr algn="l">
              <a:spcAft>
                <a:spcPts val="0"/>
              </a:spcAft>
            </a:pPr>
            <a:r>
              <a:rPr sz="1200" b="0">
                <a:solidFill>
                  <a:srgbClr val="595959"/>
                </a:solidFill>
              </a:rPr>
              <a:t>Post-treatment samples are mostly metastases biopsied outside the primary organ (prostate: 82% → 13% from the prostate itself)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Known resistance alterations rise after treatment, so the labels hold up</a:t>
            </a:r>
          </a:p>
        </p:txBody>
      </p:sp>
      <p:pic>
        <p:nvPicPr>
          <p:cNvPr id="3" name="Picture 2" descr="Positive and negative controls in the strict tier: percent of pre- and post-treatment samples with each alteration, with 95% confidence intervals"/>
          <p:cNvPicPr>
            <a:picLocks noChangeAspect="1"/>
          </p:cNvPicPr>
          <p:nvPr/>
        </p:nvPicPr>
        <p:blipFill>
          <a:blip r:embed="rId2"/>
          <a:stretch>
            <a:fillRect/>
          </a:stretch>
        </p:blipFill>
        <p:spPr>
          <a:xfrm>
            <a:off x="548640" y="1783080"/>
            <a:ext cx="6675120" cy="3385239"/>
          </a:xfrm>
          <a:prstGeom prst="rect">
            <a:avLst/>
          </a:prstGeom>
        </p:spPr>
      </p:pic>
      <p:sp>
        <p:nvSpPr>
          <p:cNvPr id="4" name="Control 1"/>
          <p:cNvSpPr/>
          <p:nvPr/>
        </p:nvSpPr>
        <p:spPr>
          <a:xfrm>
            <a:off x="7498079" y="1783080"/>
            <a:ext cx="4142232" cy="749808"/>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0"/>
              </a:spcAft>
            </a:pPr>
            <a:r>
              <a:rPr sz="2200" b="1">
                <a:solidFill>
                  <a:srgbClr val="2A78D6"/>
                </a:solidFill>
              </a:rPr>
              <a:t>1.6%</a:t>
            </a:r>
            <a:r>
              <a:rPr sz="2200" b="0">
                <a:solidFill>
                  <a:srgbClr val="595959"/>
                </a:solidFill>
              </a:rPr>
              <a:t>  →  </a:t>
            </a:r>
            <a:r>
              <a:rPr sz="2200" b="1">
                <a:solidFill>
                  <a:srgbClr val="EB6834"/>
                </a:solidFill>
              </a:rPr>
              <a:t>23.7%</a:t>
            </a:r>
          </a:p>
          <a:p>
            <a:pPr algn="l">
              <a:spcAft>
                <a:spcPts val="0"/>
              </a:spcAft>
            </a:pPr>
            <a:r>
              <a:rPr sz="1300" b="0">
                <a:solidFill>
                  <a:schemeClr val="tx1"/>
                </a:solidFill>
              </a:rPr>
              <a:t>ESR1 mutation · breast / endocrine</a:t>
            </a:r>
          </a:p>
        </p:txBody>
      </p:sp>
      <p:sp>
        <p:nvSpPr>
          <p:cNvPr id="5" name="Control 2"/>
          <p:cNvSpPr/>
          <p:nvPr/>
        </p:nvSpPr>
        <p:spPr>
          <a:xfrm>
            <a:off x="7498079" y="2670048"/>
            <a:ext cx="4142232" cy="749808"/>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0"/>
              </a:spcAft>
            </a:pPr>
            <a:r>
              <a:rPr sz="2200" b="1">
                <a:solidFill>
                  <a:srgbClr val="2A78D6"/>
                </a:solidFill>
              </a:rPr>
              <a:t>1.9%</a:t>
            </a:r>
            <a:r>
              <a:rPr sz="2200" b="0">
                <a:solidFill>
                  <a:srgbClr val="595959"/>
                </a:solidFill>
              </a:rPr>
              <a:t>  →  </a:t>
            </a:r>
            <a:r>
              <a:rPr sz="2200" b="1">
                <a:solidFill>
                  <a:srgbClr val="EB6834"/>
                </a:solidFill>
              </a:rPr>
              <a:t>34.9%</a:t>
            </a:r>
          </a:p>
          <a:p>
            <a:pPr algn="l">
              <a:spcAft>
                <a:spcPts val="0"/>
              </a:spcAft>
            </a:pPr>
            <a:r>
              <a:rPr sz="1300" b="0">
                <a:solidFill>
                  <a:schemeClr val="tx1"/>
                </a:solidFill>
              </a:rPr>
              <a:t>EGFR T790M · lung / EGFR-TKI</a:t>
            </a:r>
          </a:p>
        </p:txBody>
      </p:sp>
      <p:sp>
        <p:nvSpPr>
          <p:cNvPr id="6" name="Control 3"/>
          <p:cNvSpPr/>
          <p:nvPr/>
        </p:nvSpPr>
        <p:spPr>
          <a:xfrm>
            <a:off x="7498079" y="3557015"/>
            <a:ext cx="4142232" cy="749808"/>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0"/>
              </a:spcAft>
            </a:pPr>
            <a:r>
              <a:rPr sz="2200" b="1">
                <a:solidFill>
                  <a:srgbClr val="2A78D6"/>
                </a:solidFill>
              </a:rPr>
              <a:t>0.7%</a:t>
            </a:r>
            <a:r>
              <a:rPr sz="2200" b="0">
                <a:solidFill>
                  <a:srgbClr val="595959"/>
                </a:solidFill>
              </a:rPr>
              <a:t>  →  </a:t>
            </a:r>
            <a:r>
              <a:rPr sz="2200" b="1">
                <a:solidFill>
                  <a:srgbClr val="EB6834"/>
                </a:solidFill>
              </a:rPr>
              <a:t>31.8%</a:t>
            </a:r>
          </a:p>
          <a:p>
            <a:pPr algn="l">
              <a:spcAft>
                <a:spcPts val="0"/>
              </a:spcAft>
            </a:pPr>
            <a:r>
              <a:rPr sz="1300" b="0">
                <a:solidFill>
                  <a:schemeClr val="tx1"/>
                </a:solidFill>
              </a:rPr>
              <a:t>AR amplification · prostate / ADT</a:t>
            </a:r>
          </a:p>
        </p:txBody>
      </p:sp>
      <p:sp>
        <p:nvSpPr>
          <p:cNvPr id="7" name="Control 4"/>
          <p:cNvSpPr/>
          <p:nvPr/>
        </p:nvSpPr>
        <p:spPr>
          <a:xfrm>
            <a:off x="7498079" y="4443984"/>
            <a:ext cx="4142232" cy="749808"/>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0"/>
              </a:spcAft>
            </a:pPr>
            <a:r>
              <a:rPr sz="2200" b="1">
                <a:solidFill>
                  <a:srgbClr val="2A78D6"/>
                </a:solidFill>
              </a:rPr>
              <a:t>41.8%</a:t>
            </a:r>
            <a:r>
              <a:rPr sz="2200" b="0">
                <a:solidFill>
                  <a:srgbClr val="595959"/>
                </a:solidFill>
              </a:rPr>
              <a:t>  →  </a:t>
            </a:r>
            <a:r>
              <a:rPr sz="2200" b="1">
                <a:solidFill>
                  <a:srgbClr val="EB6834"/>
                </a:solidFill>
              </a:rPr>
              <a:t>39.7%</a:t>
            </a:r>
          </a:p>
          <a:p>
            <a:pPr algn="l">
              <a:spcAft>
                <a:spcPts val="0"/>
              </a:spcAft>
            </a:pPr>
            <a:r>
              <a:rPr sz="1300" b="0">
                <a:solidFill>
                  <a:schemeClr val="tx1"/>
                </a:solidFill>
              </a:rPr>
              <a:t>KRAS · colorectal (negative control: no change)</a:t>
            </a:r>
          </a:p>
        </p:txBody>
      </p:sp>
      <p:sp>
        <p:nvSpPr>
          <p:cNvPr id="8" name="Pipeline checks"/>
          <p:cNvSpPr/>
          <p:nvPr/>
        </p:nvSpPr>
        <p:spPr>
          <a:xfrm>
            <a:off x="548640" y="5532120"/>
            <a:ext cx="11091672" cy="6858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0"/>
              </a:spcAft>
            </a:pPr>
            <a:r>
              <a:rPr sz="1500" b="0">
                <a:solidFill>
                  <a:schemeClr val="bg1"/>
                </a:solidFill>
              </a:rPr>
              <a:t>Same pattern in all four cohort tiers  ·  counts reproduce the plan within 2.3%  ·  FGA matches MSK-MET (r = 0.995)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TotalTime>
  <Words>566</Words>
  <Application>Microsoft Office PowerPoint</Application>
  <PresentationFormat>Widescreen</PresentationFormat>
  <Paragraphs>112</Paragraphs>
  <Slides>11</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anthropic-sans</vt:lpstr>
      <vt:lpstr>Aptos</vt:lpstr>
      <vt:lpstr>Aptos Display</vt:lpstr>
      <vt:lpstr>Arial</vt:lpstr>
      <vt:lpstr>Cambria Math</vt:lpstr>
      <vt:lpstr>ui-monospace</vt:lpstr>
      <vt:lpstr>Office Theme</vt:lpstr>
      <vt:lpstr>Identifying tumor pseudo-longitudinal resistance signatures</vt:lpstr>
      <vt:lpstr>Tumor recurrence and metastasis is a leading cause of cancer-related death </vt:lpstr>
      <vt:lpstr>What tumor subpopulations survive treatment, and where the cancer will spread? </vt:lpstr>
      <vt:lpstr>MSK-IMPACT 50K is a pan-cancer clinical sequencing cohort</vt:lpstr>
      <vt:lpstr>MSK-MET is a pan-cancer cohort of tumor genomic and clinical outcome data</vt:lpstr>
      <vt:lpstr>MSK-CHORD is a pan-cancer clinical sequencing and therapeutic cohort</vt:lpstr>
      <vt:lpstr>12,643 patients with 27 cancer types and eight treatment types</vt:lpstr>
      <vt:lpstr>20 metastasis sites; some are more common than others</vt:lpstr>
      <vt:lpstr>Patients have a median of five mutations</vt:lpstr>
      <vt:lpstr>The order of clinical events varies per patient</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Zweig, Vivian</dc:creator>
  <cp:lastModifiedBy>Zweig, Vivian</cp:lastModifiedBy>
  <cp:revision>1</cp:revision>
  <dcterms:created xsi:type="dcterms:W3CDTF">2026-10-11T22:47:01Z</dcterms:created>
  <dcterms:modified xsi:type="dcterms:W3CDTF">2026-10-13T16:07:23Z</dcterms:modified>
</cp:coreProperties>
</file>