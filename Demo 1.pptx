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omments/modernComment_104_570DC1FC.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6" r:id="rId3"/>
    <p:sldId id="265" r:id="rId4"/>
    <p:sldId id="260" r:id="rId5"/>
    <p:sldId id="259" r:id="rId6"/>
    <p:sldId id="261" r:id="rId7"/>
    <p:sldId id="262" r:id="rId8"/>
    <p:sldId id="263" r:id="rId9"/>
    <p:sldId id="269" r:id="rId10"/>
    <p:sldId id="258" r:id="rId11"/>
    <p:sldId id="270"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E9A3BAE-70FE-4C39-9FAD-A60E24FACE22}">
          <p14:sldIdLst>
            <p14:sldId id="256"/>
            <p14:sldId id="266"/>
            <p14:sldId id="265"/>
            <p14:sldId id="260"/>
            <p14:sldId id="259"/>
            <p14:sldId id="261"/>
            <p14:sldId id="262"/>
            <p14:sldId id="263"/>
            <p14:sldId id="269"/>
            <p14:sldId id="258"/>
            <p14:sldId id="270"/>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A487F35-ABC2-FE85-3B71-E70F48CBDD18}" name="Zweig, Vivian" initials="VZ" userId="S::v.l.zweig@wustl.edu::bf981b69-84c6-4ab7-b3f7-fd1293bc0910"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18D967-9C3E-487B-A130-73B5B6070A5C}" v="239" dt="2026-10-12T17:46:40.3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213" autoAdjust="0"/>
  </p:normalViewPr>
  <p:slideViewPr>
    <p:cSldViewPr snapToGrid="0" showGuides="1">
      <p:cViewPr>
        <p:scale>
          <a:sx n="71" d="100"/>
          <a:sy n="71" d="100"/>
        </p:scale>
        <p:origin x="867" y="189"/>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weig, Vivian" userId="bf981b69-84c6-4ab7-b3f7-fd1293bc0910" providerId="ADAL" clId="{C90F4235-2E0C-42E6-8B8C-E90386F07337}"/>
    <pc:docChg chg="undo custSel addSld delSld modSld sldOrd addSection delSection modSection">
      <pc:chgData name="Zweig, Vivian" userId="bf981b69-84c6-4ab7-b3f7-fd1293bc0910" providerId="ADAL" clId="{C90F4235-2E0C-42E6-8B8C-E90386F07337}" dt="2026-10-12T17:46:52.262" v="4085" actId="14100"/>
      <pc:docMkLst>
        <pc:docMk/>
      </pc:docMkLst>
      <pc:sldChg chg="addSp delSp modSp new mod setBg">
        <pc:chgData name="Zweig, Vivian" userId="bf981b69-84c6-4ab7-b3f7-fd1293bc0910" providerId="ADAL" clId="{C90F4235-2E0C-42E6-8B8C-E90386F07337}" dt="2026-10-12T17:29:01.865" v="3943" actId="20577"/>
        <pc:sldMkLst>
          <pc:docMk/>
          <pc:sldMk cId="1208273388" sldId="256"/>
        </pc:sldMkLst>
        <pc:spChg chg="mod">
          <ac:chgData name="Zweig, Vivian" userId="bf981b69-84c6-4ab7-b3f7-fd1293bc0910" providerId="ADAL" clId="{C90F4235-2E0C-42E6-8B8C-E90386F07337}" dt="2026-10-12T17:29:01.865" v="3943" actId="20577"/>
          <ac:spMkLst>
            <pc:docMk/>
            <pc:sldMk cId="1208273388" sldId="256"/>
            <ac:spMk id="2" creationId="{19E8A2D1-F3FB-456F-49C1-8E6588140325}"/>
          </ac:spMkLst>
        </pc:spChg>
        <pc:spChg chg="mod">
          <ac:chgData name="Zweig, Vivian" userId="bf981b69-84c6-4ab7-b3f7-fd1293bc0910" providerId="ADAL" clId="{C90F4235-2E0C-42E6-8B8C-E90386F07337}" dt="2026-10-12T17:26:28.138" v="3908" actId="26606"/>
          <ac:spMkLst>
            <pc:docMk/>
            <pc:sldMk cId="1208273388" sldId="256"/>
            <ac:spMk id="3" creationId="{C87AC512-8BB7-6684-7D87-89B700D37CE9}"/>
          </ac:spMkLst>
        </pc:spChg>
        <pc:spChg chg="add del">
          <ac:chgData name="Zweig, Vivian" userId="bf981b69-84c6-4ab7-b3f7-fd1293bc0910" providerId="ADAL" clId="{C90F4235-2E0C-42E6-8B8C-E90386F07337}" dt="2026-10-12T16:31:28.315" v="1773" actId="22"/>
          <ac:spMkLst>
            <pc:docMk/>
            <pc:sldMk cId="1208273388" sldId="256"/>
            <ac:spMk id="5" creationId="{2FEE99DC-57E4-68D2-807B-B7D68A66689E}"/>
          </ac:spMkLst>
        </pc:spChg>
        <pc:spChg chg="add">
          <ac:chgData name="Zweig, Vivian" userId="bf981b69-84c6-4ab7-b3f7-fd1293bc0910" providerId="ADAL" clId="{C90F4235-2E0C-42E6-8B8C-E90386F07337}" dt="2026-10-12T17:26:28.138" v="3908" actId="26606"/>
          <ac:spMkLst>
            <pc:docMk/>
            <pc:sldMk cId="1208273388" sldId="256"/>
            <ac:spMk id="8" creationId="{C7D023E4-8DE1-436E-9847-ED6A4B4B04FD}"/>
          </ac:spMkLst>
        </pc:spChg>
        <pc:grpChg chg="add">
          <ac:chgData name="Zweig, Vivian" userId="bf981b69-84c6-4ab7-b3f7-fd1293bc0910" providerId="ADAL" clId="{C90F4235-2E0C-42E6-8B8C-E90386F07337}" dt="2026-10-12T17:26:28.138" v="3908" actId="26606"/>
          <ac:grpSpMkLst>
            <pc:docMk/>
            <pc:sldMk cId="1208273388" sldId="256"/>
            <ac:grpSpMk id="10" creationId="{1FEC590B-3306-47E9-BD67-97F3F76169A4}"/>
          </ac:grpSpMkLst>
        </pc:grpChg>
        <pc:grpChg chg="add">
          <ac:chgData name="Zweig, Vivian" userId="bf981b69-84c6-4ab7-b3f7-fd1293bc0910" providerId="ADAL" clId="{C90F4235-2E0C-42E6-8B8C-E90386F07337}" dt="2026-10-12T17:26:28.138" v="3908" actId="26606"/>
          <ac:grpSpMkLst>
            <pc:docMk/>
            <pc:sldMk cId="1208273388" sldId="256"/>
            <ac:grpSpMk id="14" creationId="{A47AAF5E-1692-48C9-98FB-6432BF0BC4F7}"/>
          </ac:grpSpMkLst>
        </pc:grpChg>
      </pc:sldChg>
      <pc:sldChg chg="modSp new del mod">
        <pc:chgData name="Zweig, Vivian" userId="bf981b69-84c6-4ab7-b3f7-fd1293bc0910" providerId="ADAL" clId="{C90F4235-2E0C-42E6-8B8C-E90386F07337}" dt="2026-10-12T17:45:02.783" v="4020" actId="2696"/>
        <pc:sldMkLst>
          <pc:docMk/>
          <pc:sldMk cId="1050900612" sldId="257"/>
        </pc:sldMkLst>
        <pc:spChg chg="mod">
          <ac:chgData name="Zweig, Vivian" userId="bf981b69-84c6-4ab7-b3f7-fd1293bc0910" providerId="ADAL" clId="{C90F4235-2E0C-42E6-8B8C-E90386F07337}" dt="2026-10-12T17:00:26.119" v="3132" actId="20577"/>
          <ac:spMkLst>
            <pc:docMk/>
            <pc:sldMk cId="1050900612" sldId="257"/>
            <ac:spMk id="2" creationId="{5FAF2B4A-AEC2-F268-7AAE-C12CD3B7FE02}"/>
          </ac:spMkLst>
        </pc:spChg>
        <pc:spChg chg="mod">
          <ac:chgData name="Zweig, Vivian" userId="bf981b69-84c6-4ab7-b3f7-fd1293bc0910" providerId="ADAL" clId="{C90F4235-2E0C-42E6-8B8C-E90386F07337}" dt="2026-10-12T17:10:35.045" v="3287" actId="20577"/>
          <ac:spMkLst>
            <pc:docMk/>
            <pc:sldMk cId="1050900612" sldId="257"/>
            <ac:spMk id="3" creationId="{CFFAD922-4638-2054-3418-453BCF1293F0}"/>
          </ac:spMkLst>
        </pc:spChg>
      </pc:sldChg>
      <pc:sldChg chg="addSp delSp modSp new mod">
        <pc:chgData name="Zweig, Vivian" userId="bf981b69-84c6-4ab7-b3f7-fd1293bc0910" providerId="ADAL" clId="{C90F4235-2E0C-42E6-8B8C-E90386F07337}" dt="2026-10-12T16:58:55.997" v="3061" actId="14100"/>
        <pc:sldMkLst>
          <pc:docMk/>
          <pc:sldMk cId="20672469" sldId="258"/>
        </pc:sldMkLst>
        <pc:spChg chg="mod">
          <ac:chgData name="Zweig, Vivian" userId="bf981b69-84c6-4ab7-b3f7-fd1293bc0910" providerId="ADAL" clId="{C90F4235-2E0C-42E6-8B8C-E90386F07337}" dt="2026-10-12T16:57:55.036" v="3029" actId="1076"/>
          <ac:spMkLst>
            <pc:docMk/>
            <pc:sldMk cId="20672469" sldId="258"/>
            <ac:spMk id="2" creationId="{2413827B-8D1A-3893-4E8B-C54A7FC66AF6}"/>
          </ac:spMkLst>
        </pc:spChg>
        <pc:spChg chg="add mod">
          <ac:chgData name="Zweig, Vivian" userId="bf981b69-84c6-4ab7-b3f7-fd1293bc0910" providerId="ADAL" clId="{C90F4235-2E0C-42E6-8B8C-E90386F07337}" dt="2026-10-12T16:57:32.662" v="3019" actId="14100"/>
          <ac:spMkLst>
            <pc:docMk/>
            <pc:sldMk cId="20672469" sldId="258"/>
            <ac:spMk id="3" creationId="{3BF11FD7-F5FF-4F1E-4ECB-02BD8F3894C3}"/>
          </ac:spMkLst>
        </pc:spChg>
        <pc:spChg chg="del">
          <ac:chgData name="Zweig, Vivian" userId="bf981b69-84c6-4ab7-b3f7-fd1293bc0910" providerId="ADAL" clId="{C90F4235-2E0C-42E6-8B8C-E90386F07337}" dt="2026-10-11T22:59:58.733" v="60" actId="22"/>
          <ac:spMkLst>
            <pc:docMk/>
            <pc:sldMk cId="20672469" sldId="258"/>
            <ac:spMk id="3" creationId="{519F4B90-040A-E69D-D01F-DF80B6432EAA}"/>
          </ac:spMkLst>
        </pc:spChg>
        <pc:spChg chg="add mod">
          <ac:chgData name="Zweig, Vivian" userId="bf981b69-84c6-4ab7-b3f7-fd1293bc0910" providerId="ADAL" clId="{C90F4235-2E0C-42E6-8B8C-E90386F07337}" dt="2026-10-12T16:57:29.945" v="3018" actId="14100"/>
          <ac:spMkLst>
            <pc:docMk/>
            <pc:sldMk cId="20672469" sldId="258"/>
            <ac:spMk id="6" creationId="{AA5CDB76-7776-2D2F-CD45-695AFF1ADFC7}"/>
          </ac:spMkLst>
        </pc:spChg>
        <pc:spChg chg="add mod">
          <ac:chgData name="Zweig, Vivian" userId="bf981b69-84c6-4ab7-b3f7-fd1293bc0910" providerId="ADAL" clId="{C90F4235-2E0C-42E6-8B8C-E90386F07337}" dt="2026-10-12T16:58:42.423" v="3059" actId="14100"/>
          <ac:spMkLst>
            <pc:docMk/>
            <pc:sldMk cId="20672469" sldId="258"/>
            <ac:spMk id="8" creationId="{D31A1EB9-88E5-A52D-1F9E-41EF26F2FA58}"/>
          </ac:spMkLst>
        </pc:spChg>
        <pc:spChg chg="add mod">
          <ac:chgData name="Zweig, Vivian" userId="bf981b69-84c6-4ab7-b3f7-fd1293bc0910" providerId="ADAL" clId="{C90F4235-2E0C-42E6-8B8C-E90386F07337}" dt="2026-10-12T16:58:55.997" v="3061" actId="14100"/>
          <ac:spMkLst>
            <pc:docMk/>
            <pc:sldMk cId="20672469" sldId="258"/>
            <ac:spMk id="10" creationId="{6F122E0C-D6B7-C1E2-F313-84B1133F60DB}"/>
          </ac:spMkLst>
        </pc:spChg>
        <pc:picChg chg="add mod ord">
          <ac:chgData name="Zweig, Vivian" userId="bf981b69-84c6-4ab7-b3f7-fd1293bc0910" providerId="ADAL" clId="{C90F4235-2E0C-42E6-8B8C-E90386F07337}" dt="2026-10-12T16:55:37.648" v="2956" actId="1037"/>
          <ac:picMkLst>
            <pc:docMk/>
            <pc:sldMk cId="20672469" sldId="258"/>
            <ac:picMk id="5" creationId="{E5055A9A-4277-8BE5-04F3-626C5FBB41E0}"/>
          </ac:picMkLst>
        </pc:picChg>
      </pc:sldChg>
      <pc:sldChg chg="modSp new mod">
        <pc:chgData name="Zweig, Vivian" userId="bf981b69-84c6-4ab7-b3f7-fd1293bc0910" providerId="ADAL" clId="{C90F4235-2E0C-42E6-8B8C-E90386F07337}" dt="2026-10-11T23:07:25.239" v="399" actId="5793"/>
        <pc:sldMkLst>
          <pc:docMk/>
          <pc:sldMk cId="665790926" sldId="259"/>
        </pc:sldMkLst>
        <pc:spChg chg="mod">
          <ac:chgData name="Zweig, Vivian" userId="bf981b69-84c6-4ab7-b3f7-fd1293bc0910" providerId="ADAL" clId="{C90F4235-2E0C-42E6-8B8C-E90386F07337}" dt="2026-10-11T23:05:40.412" v="289" actId="20577"/>
          <ac:spMkLst>
            <pc:docMk/>
            <pc:sldMk cId="665790926" sldId="259"/>
            <ac:spMk id="2" creationId="{C5C81774-D430-3DD6-A905-6349235AF716}"/>
          </ac:spMkLst>
        </pc:spChg>
        <pc:spChg chg="mod">
          <ac:chgData name="Zweig, Vivian" userId="bf981b69-84c6-4ab7-b3f7-fd1293bc0910" providerId="ADAL" clId="{C90F4235-2E0C-42E6-8B8C-E90386F07337}" dt="2026-10-11T23:07:25.239" v="399" actId="5793"/>
          <ac:spMkLst>
            <pc:docMk/>
            <pc:sldMk cId="665790926" sldId="259"/>
            <ac:spMk id="3" creationId="{656DB25F-42B3-6483-1A4B-A5250E363D28}"/>
          </ac:spMkLst>
        </pc:spChg>
      </pc:sldChg>
      <pc:sldChg chg="addSp delSp modSp new mod ord">
        <pc:chgData name="Zweig, Vivian" userId="bf981b69-84c6-4ab7-b3f7-fd1293bc0910" providerId="ADAL" clId="{C90F4235-2E0C-42E6-8B8C-E90386F07337}" dt="2026-10-12T17:22:02.684" v="3710" actId="20577"/>
        <pc:sldMkLst>
          <pc:docMk/>
          <pc:sldMk cId="1460519420" sldId="260"/>
        </pc:sldMkLst>
        <pc:spChg chg="mod">
          <ac:chgData name="Zweig, Vivian" userId="bf981b69-84c6-4ab7-b3f7-fd1293bc0910" providerId="ADAL" clId="{C90F4235-2E0C-42E6-8B8C-E90386F07337}" dt="2026-10-11T23:05:43.528" v="291" actId="20577"/>
          <ac:spMkLst>
            <pc:docMk/>
            <pc:sldMk cId="1460519420" sldId="260"/>
            <ac:spMk id="2" creationId="{D014F9DD-2089-0550-6693-5D091B53D323}"/>
          </ac:spMkLst>
        </pc:spChg>
        <pc:spChg chg="mod">
          <ac:chgData name="Zweig, Vivian" userId="bf981b69-84c6-4ab7-b3f7-fd1293bc0910" providerId="ADAL" clId="{C90F4235-2E0C-42E6-8B8C-E90386F07337}" dt="2026-10-12T17:22:02.684" v="3710" actId="20577"/>
          <ac:spMkLst>
            <pc:docMk/>
            <pc:sldMk cId="1460519420" sldId="260"/>
            <ac:spMk id="3" creationId="{A93B456D-2B31-8312-A5BB-FC8C66BAB0AB}"/>
          </ac:spMkLst>
        </pc:spChg>
        <pc:picChg chg="add del mod">
          <ac:chgData name="Zweig, Vivian" userId="bf981b69-84c6-4ab7-b3f7-fd1293bc0910" providerId="ADAL" clId="{C90F4235-2E0C-42E6-8B8C-E90386F07337}" dt="2026-10-12T17:16:18.406" v="3382" actId="478"/>
          <ac:picMkLst>
            <pc:docMk/>
            <pc:sldMk cId="1460519420" sldId="260"/>
            <ac:picMk id="5" creationId="{8F703AE2-CA0B-7265-1914-31729EA577EF}"/>
          </ac:picMkLst>
        </pc:picChg>
      </pc:sldChg>
      <pc:sldChg chg="modSp new mod">
        <pc:chgData name="Zweig, Vivian" userId="bf981b69-84c6-4ab7-b3f7-fd1293bc0910" providerId="ADAL" clId="{C90F4235-2E0C-42E6-8B8C-E90386F07337}" dt="2026-10-11T23:07:27.898" v="400"/>
        <pc:sldMkLst>
          <pc:docMk/>
          <pc:sldMk cId="1505389313" sldId="261"/>
        </pc:sldMkLst>
        <pc:spChg chg="mod">
          <ac:chgData name="Zweig, Vivian" userId="bf981b69-84c6-4ab7-b3f7-fd1293bc0910" providerId="ADAL" clId="{C90F4235-2E0C-42E6-8B8C-E90386F07337}" dt="2026-10-11T23:05:37.262" v="287" actId="5793"/>
          <ac:spMkLst>
            <pc:docMk/>
            <pc:sldMk cId="1505389313" sldId="261"/>
            <ac:spMk id="2" creationId="{24F45010-FDB1-7D7A-9308-097AD0E0FE45}"/>
          </ac:spMkLst>
        </pc:spChg>
        <pc:spChg chg="mod">
          <ac:chgData name="Zweig, Vivian" userId="bf981b69-84c6-4ab7-b3f7-fd1293bc0910" providerId="ADAL" clId="{C90F4235-2E0C-42E6-8B8C-E90386F07337}" dt="2026-10-11T23:07:27.898" v="400"/>
          <ac:spMkLst>
            <pc:docMk/>
            <pc:sldMk cId="1505389313" sldId="261"/>
            <ac:spMk id="3" creationId="{4C301E42-C30B-6BF0-D37E-973E59D22A37}"/>
          </ac:spMkLst>
        </pc:spChg>
      </pc:sldChg>
      <pc:sldChg chg="addSp delSp modSp new mod">
        <pc:chgData name="Zweig, Vivian" userId="bf981b69-84c6-4ab7-b3f7-fd1293bc0910" providerId="ADAL" clId="{C90F4235-2E0C-42E6-8B8C-E90386F07337}" dt="2026-10-12T16:18:04.116" v="1090" actId="1036"/>
        <pc:sldMkLst>
          <pc:docMk/>
          <pc:sldMk cId="1391111723" sldId="262"/>
        </pc:sldMkLst>
        <pc:spChg chg="mod">
          <ac:chgData name="Zweig, Vivian" userId="bf981b69-84c6-4ab7-b3f7-fd1293bc0910" providerId="ADAL" clId="{C90F4235-2E0C-42E6-8B8C-E90386F07337}" dt="2026-10-12T16:18:00.557" v="1085" actId="20577"/>
          <ac:spMkLst>
            <pc:docMk/>
            <pc:sldMk cId="1391111723" sldId="262"/>
            <ac:spMk id="2" creationId="{7E8AC6BD-AB7A-AEBF-1FDB-1B3E6AC2B7FD}"/>
          </ac:spMkLst>
        </pc:spChg>
        <pc:spChg chg="del">
          <ac:chgData name="Zweig, Vivian" userId="bf981b69-84c6-4ab7-b3f7-fd1293bc0910" providerId="ADAL" clId="{C90F4235-2E0C-42E6-8B8C-E90386F07337}" dt="2026-10-11T23:14:33.130" v="472" actId="478"/>
          <ac:spMkLst>
            <pc:docMk/>
            <pc:sldMk cId="1391111723" sldId="262"/>
            <ac:spMk id="3" creationId="{667C7216-2BAB-6286-F255-069684D6A96A}"/>
          </ac:spMkLst>
        </pc:spChg>
        <pc:picChg chg="add mod">
          <ac:chgData name="Zweig, Vivian" userId="bf981b69-84c6-4ab7-b3f7-fd1293bc0910" providerId="ADAL" clId="{C90F4235-2E0C-42E6-8B8C-E90386F07337}" dt="2026-10-12T16:18:04.116" v="1090" actId="1036"/>
          <ac:picMkLst>
            <pc:docMk/>
            <pc:sldMk cId="1391111723" sldId="262"/>
            <ac:picMk id="5" creationId="{D16F5637-337C-774D-C6F8-3223FC5C635B}"/>
          </ac:picMkLst>
        </pc:picChg>
      </pc:sldChg>
      <pc:sldChg chg="addSp delSp modSp new mod">
        <pc:chgData name="Zweig, Vivian" userId="bf981b69-84c6-4ab7-b3f7-fd1293bc0910" providerId="ADAL" clId="{C90F4235-2E0C-42E6-8B8C-E90386F07337}" dt="2026-10-12T16:19:20.009" v="1178" actId="1037"/>
        <pc:sldMkLst>
          <pc:docMk/>
          <pc:sldMk cId="2934061770" sldId="263"/>
        </pc:sldMkLst>
        <pc:spChg chg="mod">
          <ac:chgData name="Zweig, Vivian" userId="bf981b69-84c6-4ab7-b3f7-fd1293bc0910" providerId="ADAL" clId="{C90F4235-2E0C-42E6-8B8C-E90386F07337}" dt="2026-10-12T16:19:16.997" v="1174" actId="1035"/>
          <ac:spMkLst>
            <pc:docMk/>
            <pc:sldMk cId="2934061770" sldId="263"/>
            <ac:spMk id="2" creationId="{B2196E89-D4CB-246E-0934-1C7C08FB4DAF}"/>
          </ac:spMkLst>
        </pc:spChg>
        <pc:spChg chg="del">
          <ac:chgData name="Zweig, Vivian" userId="bf981b69-84c6-4ab7-b3f7-fd1293bc0910" providerId="ADAL" clId="{C90F4235-2E0C-42E6-8B8C-E90386F07337}" dt="2026-10-11T23:16:32.661" v="490" actId="478"/>
          <ac:spMkLst>
            <pc:docMk/>
            <pc:sldMk cId="2934061770" sldId="263"/>
            <ac:spMk id="3" creationId="{34B4723D-D97F-6377-3D91-5FEFF51D595F}"/>
          </ac:spMkLst>
        </pc:spChg>
        <pc:picChg chg="add mod">
          <ac:chgData name="Zweig, Vivian" userId="bf981b69-84c6-4ab7-b3f7-fd1293bc0910" providerId="ADAL" clId="{C90F4235-2E0C-42E6-8B8C-E90386F07337}" dt="2026-10-12T16:19:20.009" v="1178" actId="1037"/>
          <ac:picMkLst>
            <pc:docMk/>
            <pc:sldMk cId="2934061770" sldId="263"/>
            <ac:picMk id="5" creationId="{E09BF0A2-94F6-D9FB-7854-2AD4AF8F652B}"/>
          </ac:picMkLst>
        </pc:picChg>
      </pc:sldChg>
      <pc:sldChg chg="addSp delSp modSp new del mod">
        <pc:chgData name="Zweig, Vivian" userId="bf981b69-84c6-4ab7-b3f7-fd1293bc0910" providerId="ADAL" clId="{C90F4235-2E0C-42E6-8B8C-E90386F07337}" dt="2026-10-12T17:23:09.784" v="3713" actId="2696"/>
        <pc:sldMkLst>
          <pc:docMk/>
          <pc:sldMk cId="2821093446" sldId="264"/>
        </pc:sldMkLst>
        <pc:spChg chg="mod">
          <ac:chgData name="Zweig, Vivian" userId="bf981b69-84c6-4ab7-b3f7-fd1293bc0910" providerId="ADAL" clId="{C90F4235-2E0C-42E6-8B8C-E90386F07337}" dt="2026-10-11T23:26:15.402" v="669" actId="20577"/>
          <ac:spMkLst>
            <pc:docMk/>
            <pc:sldMk cId="2821093446" sldId="264"/>
            <ac:spMk id="2" creationId="{E1706CEE-F08B-EBE5-361E-64559E0A8519}"/>
          </ac:spMkLst>
        </pc:spChg>
        <pc:spChg chg="del">
          <ac:chgData name="Zweig, Vivian" userId="bf981b69-84c6-4ab7-b3f7-fd1293bc0910" providerId="ADAL" clId="{C90F4235-2E0C-42E6-8B8C-E90386F07337}" dt="2026-10-12T17:00:04.292" v="3067" actId="478"/>
          <ac:spMkLst>
            <pc:docMk/>
            <pc:sldMk cId="2821093446" sldId="264"/>
            <ac:spMk id="3" creationId="{BF7C9078-13AA-BDFB-796E-BBDC3C65915B}"/>
          </ac:spMkLst>
        </pc:spChg>
        <pc:spChg chg="add del mod">
          <ac:chgData name="Zweig, Vivian" userId="bf981b69-84c6-4ab7-b3f7-fd1293bc0910" providerId="ADAL" clId="{C90F4235-2E0C-42E6-8B8C-E90386F07337}" dt="2026-10-12T16:59:57.575" v="3064" actId="478"/>
          <ac:spMkLst>
            <pc:docMk/>
            <pc:sldMk cId="2821093446" sldId="264"/>
            <ac:spMk id="6" creationId="{F3BD0CAA-F12B-BD8D-5959-834DDF1DA121}"/>
          </ac:spMkLst>
        </pc:spChg>
        <pc:picChg chg="add mod">
          <ac:chgData name="Zweig, Vivian" userId="bf981b69-84c6-4ab7-b3f7-fd1293bc0910" providerId="ADAL" clId="{C90F4235-2E0C-42E6-8B8C-E90386F07337}" dt="2026-10-12T17:00:10.573" v="3068" actId="1076"/>
          <ac:picMkLst>
            <pc:docMk/>
            <pc:sldMk cId="2821093446" sldId="264"/>
            <ac:picMk id="5" creationId="{CE938314-B422-E485-4CF5-9FDD03CE5BB3}"/>
          </ac:picMkLst>
        </pc:picChg>
      </pc:sldChg>
      <pc:sldChg chg="addSp delSp modSp new mod modNotesTx">
        <pc:chgData name="Zweig, Vivian" userId="bf981b69-84c6-4ab7-b3f7-fd1293bc0910" providerId="ADAL" clId="{C90F4235-2E0C-42E6-8B8C-E90386F07337}" dt="2026-10-12T16:59:19.089" v="3063" actId="113"/>
        <pc:sldMkLst>
          <pc:docMk/>
          <pc:sldMk cId="2774183190" sldId="265"/>
        </pc:sldMkLst>
        <pc:spChg chg="mod">
          <ac:chgData name="Zweig, Vivian" userId="bf981b69-84c6-4ab7-b3f7-fd1293bc0910" providerId="ADAL" clId="{C90F4235-2E0C-42E6-8B8C-E90386F07337}" dt="2026-10-12T16:46:05.794" v="2366" actId="1035"/>
          <ac:spMkLst>
            <pc:docMk/>
            <pc:sldMk cId="2774183190" sldId="265"/>
            <ac:spMk id="2" creationId="{C83D9C66-E794-1424-9691-584E0051A3B0}"/>
          </ac:spMkLst>
        </pc:spChg>
        <pc:spChg chg="del mod">
          <ac:chgData name="Zweig, Vivian" userId="bf981b69-84c6-4ab7-b3f7-fd1293bc0910" providerId="ADAL" clId="{C90F4235-2E0C-42E6-8B8C-E90386F07337}" dt="2026-10-12T16:28:57.541" v="1704" actId="12084"/>
          <ac:spMkLst>
            <pc:docMk/>
            <pc:sldMk cId="2774183190" sldId="265"/>
            <ac:spMk id="3" creationId="{15CD2117-1EE0-A1D8-D9FA-3C055D8BB333}"/>
          </ac:spMkLst>
        </pc:spChg>
        <pc:spChg chg="add del mod">
          <ac:chgData name="Zweig, Vivian" userId="bf981b69-84c6-4ab7-b3f7-fd1293bc0910" providerId="ADAL" clId="{C90F4235-2E0C-42E6-8B8C-E90386F07337}" dt="2026-10-12T16:38:28.346" v="1895" actId="478"/>
          <ac:spMkLst>
            <pc:docMk/>
            <pc:sldMk cId="2774183190" sldId="265"/>
            <ac:spMk id="6" creationId="{ECBE3AAD-9642-E81C-D251-FA568D5EB458}"/>
          </ac:spMkLst>
        </pc:spChg>
        <pc:spChg chg="add del mod">
          <ac:chgData name="Zweig, Vivian" userId="bf981b69-84c6-4ab7-b3f7-fd1293bc0910" providerId="ADAL" clId="{C90F4235-2E0C-42E6-8B8C-E90386F07337}" dt="2026-10-12T16:43:18.445" v="2327" actId="478"/>
          <ac:spMkLst>
            <pc:docMk/>
            <pc:sldMk cId="2774183190" sldId="265"/>
            <ac:spMk id="7" creationId="{D04259C1-EB57-BD1A-A72D-82574E2DDBBE}"/>
          </ac:spMkLst>
        </pc:spChg>
        <pc:spChg chg="add del mod">
          <ac:chgData name="Zweig, Vivian" userId="bf981b69-84c6-4ab7-b3f7-fd1293bc0910" providerId="ADAL" clId="{C90F4235-2E0C-42E6-8B8C-E90386F07337}" dt="2026-10-12T16:43:19.671" v="2328" actId="478"/>
          <ac:spMkLst>
            <pc:docMk/>
            <pc:sldMk cId="2774183190" sldId="265"/>
            <ac:spMk id="8" creationId="{429D82F8-B93F-7A48-101F-4FB82846994D}"/>
          </ac:spMkLst>
        </pc:spChg>
        <pc:spChg chg="add del mod">
          <ac:chgData name="Zweig, Vivian" userId="bf981b69-84c6-4ab7-b3f7-fd1293bc0910" providerId="ADAL" clId="{C90F4235-2E0C-42E6-8B8C-E90386F07337}" dt="2026-10-12T16:43:23.713" v="2330" actId="478"/>
          <ac:spMkLst>
            <pc:docMk/>
            <pc:sldMk cId="2774183190" sldId="265"/>
            <ac:spMk id="10" creationId="{7475C288-6F56-3DC8-D0AC-0B25D264B79E}"/>
          </ac:spMkLst>
        </pc:spChg>
        <pc:spChg chg="add del mod">
          <ac:chgData name="Zweig, Vivian" userId="bf981b69-84c6-4ab7-b3f7-fd1293bc0910" providerId="ADAL" clId="{C90F4235-2E0C-42E6-8B8C-E90386F07337}" dt="2026-10-12T16:42:07.275" v="2125"/>
          <ac:spMkLst>
            <pc:docMk/>
            <pc:sldMk cId="2774183190" sldId="265"/>
            <ac:spMk id="11" creationId="{5872FB38-3DAC-F236-8889-150C71F77CAC}"/>
          </ac:spMkLst>
        </pc:spChg>
        <pc:spChg chg="add del">
          <ac:chgData name="Zweig, Vivian" userId="bf981b69-84c6-4ab7-b3f7-fd1293bc0910" providerId="ADAL" clId="{C90F4235-2E0C-42E6-8B8C-E90386F07337}" dt="2026-10-12T16:42:07.273" v="2123" actId="478"/>
          <ac:spMkLst>
            <pc:docMk/>
            <pc:sldMk cId="2774183190" sldId="265"/>
            <ac:spMk id="13" creationId="{C07AFEDE-5AC9-E16C-C368-ECDCBA0894EF}"/>
          </ac:spMkLst>
        </pc:spChg>
        <pc:spChg chg="add del mod">
          <ac:chgData name="Zweig, Vivian" userId="bf981b69-84c6-4ab7-b3f7-fd1293bc0910" providerId="ADAL" clId="{C90F4235-2E0C-42E6-8B8C-E90386F07337}" dt="2026-10-12T16:43:49.745" v="2332" actId="12084"/>
          <ac:spMkLst>
            <pc:docMk/>
            <pc:sldMk cId="2774183190" sldId="265"/>
            <ac:spMk id="14" creationId="{CF8BEB0C-161F-10EE-C727-C63661D7E6F5}"/>
          </ac:spMkLst>
        </pc:spChg>
        <pc:spChg chg="add mod">
          <ac:chgData name="Zweig, Vivian" userId="bf981b69-84c6-4ab7-b3f7-fd1293bc0910" providerId="ADAL" clId="{C90F4235-2E0C-42E6-8B8C-E90386F07337}" dt="2026-10-12T16:59:08.815" v="3062" actId="14100"/>
          <ac:spMkLst>
            <pc:docMk/>
            <pc:sldMk cId="2774183190" sldId="265"/>
            <ac:spMk id="16" creationId="{0635B63A-B6D4-3735-B2E1-90CD5FD7552F}"/>
          </ac:spMkLst>
        </pc:spChg>
        <pc:graphicFrameChg chg="add del mod">
          <ac:chgData name="Zweig, Vivian" userId="bf981b69-84c6-4ab7-b3f7-fd1293bc0910" providerId="ADAL" clId="{C90F4235-2E0C-42E6-8B8C-E90386F07337}" dt="2026-10-12T16:38:24.677" v="1894" actId="478"/>
          <ac:graphicFrameMkLst>
            <pc:docMk/>
            <pc:sldMk cId="2774183190" sldId="265"/>
            <ac:graphicFrameMk id="4" creationId="{3D9D62B1-EA12-00A9-0C1F-3C9305CF1E25}"/>
          </ac:graphicFrameMkLst>
        </pc:graphicFrameChg>
        <pc:graphicFrameChg chg="add mod modGraphic">
          <ac:chgData name="Zweig, Vivian" userId="bf981b69-84c6-4ab7-b3f7-fd1293bc0910" providerId="ADAL" clId="{C90F4235-2E0C-42E6-8B8C-E90386F07337}" dt="2026-10-12T16:59:19.089" v="3063" actId="113"/>
          <ac:graphicFrameMkLst>
            <pc:docMk/>
            <pc:sldMk cId="2774183190" sldId="265"/>
            <ac:graphicFrameMk id="15" creationId="{CB115DDF-E35C-010A-8C60-D5D57F59BAA3}"/>
          </ac:graphicFrameMkLst>
        </pc:graphicFrameChg>
      </pc:sldChg>
      <pc:sldChg chg="addSp delSp modSp new mod">
        <pc:chgData name="Zweig, Vivian" userId="bf981b69-84c6-4ab7-b3f7-fd1293bc0910" providerId="ADAL" clId="{C90F4235-2E0C-42E6-8B8C-E90386F07337}" dt="2026-10-12T16:37:48.995" v="1891" actId="1038"/>
        <pc:sldMkLst>
          <pc:docMk/>
          <pc:sldMk cId="270702437" sldId="266"/>
        </pc:sldMkLst>
        <pc:spChg chg="mod">
          <ac:chgData name="Zweig, Vivian" userId="bf981b69-84c6-4ab7-b3f7-fd1293bc0910" providerId="ADAL" clId="{C90F4235-2E0C-42E6-8B8C-E90386F07337}" dt="2026-10-12T16:32:00.323" v="1779"/>
          <ac:spMkLst>
            <pc:docMk/>
            <pc:sldMk cId="270702437" sldId="266"/>
            <ac:spMk id="2" creationId="{27BA1C16-57EA-6262-C2D9-034761382F81}"/>
          </ac:spMkLst>
        </pc:spChg>
        <pc:spChg chg="del mod">
          <ac:chgData name="Zweig, Vivian" userId="bf981b69-84c6-4ab7-b3f7-fd1293bc0910" providerId="ADAL" clId="{C90F4235-2E0C-42E6-8B8C-E90386F07337}" dt="2026-10-12T16:32:03.747" v="1782" actId="478"/>
          <ac:spMkLst>
            <pc:docMk/>
            <pc:sldMk cId="270702437" sldId="266"/>
            <ac:spMk id="3" creationId="{36629843-D7AC-BBBB-CF9B-A1CF601A0CD1}"/>
          </ac:spMkLst>
        </pc:spChg>
        <pc:spChg chg="add del mod">
          <ac:chgData name="Zweig, Vivian" userId="bf981b69-84c6-4ab7-b3f7-fd1293bc0910" providerId="ADAL" clId="{C90F4235-2E0C-42E6-8B8C-E90386F07337}" dt="2026-10-12T16:32:16.514" v="1787" actId="478"/>
          <ac:spMkLst>
            <pc:docMk/>
            <pc:sldMk cId="270702437" sldId="266"/>
            <ac:spMk id="6" creationId="{341D727D-2E27-6326-A694-31D24DC21CFB}"/>
          </ac:spMkLst>
        </pc:spChg>
        <pc:spChg chg="add mod">
          <ac:chgData name="Zweig, Vivian" userId="bf981b69-84c6-4ab7-b3f7-fd1293bc0910" providerId="ADAL" clId="{C90F4235-2E0C-42E6-8B8C-E90386F07337}" dt="2026-10-12T16:37:48.995" v="1891" actId="1038"/>
          <ac:spMkLst>
            <pc:docMk/>
            <pc:sldMk cId="270702437" sldId="266"/>
            <ac:spMk id="11" creationId="{F9AB8A75-ED4B-D1D7-D439-067B7755D94B}"/>
          </ac:spMkLst>
        </pc:spChg>
        <pc:spChg chg="add mod">
          <ac:chgData name="Zweig, Vivian" userId="bf981b69-84c6-4ab7-b3f7-fd1293bc0910" providerId="ADAL" clId="{C90F4235-2E0C-42E6-8B8C-E90386F07337}" dt="2026-10-12T16:37:48.995" v="1891" actId="1038"/>
          <ac:spMkLst>
            <pc:docMk/>
            <pc:sldMk cId="270702437" sldId="266"/>
            <ac:spMk id="13" creationId="{2833FE8B-0FFD-F55D-C366-618E94C174D3}"/>
          </ac:spMkLst>
        </pc:spChg>
        <pc:spChg chg="add mod">
          <ac:chgData name="Zweig, Vivian" userId="bf981b69-84c6-4ab7-b3f7-fd1293bc0910" providerId="ADAL" clId="{C90F4235-2E0C-42E6-8B8C-E90386F07337}" dt="2026-10-12T16:37:48.995" v="1891" actId="1038"/>
          <ac:spMkLst>
            <pc:docMk/>
            <pc:sldMk cId="270702437" sldId="266"/>
            <ac:spMk id="16" creationId="{557DD4DB-C15F-EDE4-ECD2-0682E5D4FC68}"/>
          </ac:spMkLst>
        </pc:spChg>
        <pc:spChg chg="add del mod">
          <ac:chgData name="Zweig, Vivian" userId="bf981b69-84c6-4ab7-b3f7-fd1293bc0910" providerId="ADAL" clId="{C90F4235-2E0C-42E6-8B8C-E90386F07337}" dt="2026-10-12T16:36:46.730" v="1872" actId="478"/>
          <ac:spMkLst>
            <pc:docMk/>
            <pc:sldMk cId="270702437" sldId="266"/>
            <ac:spMk id="17" creationId="{675CC4FC-CD00-30F8-D55C-B4FA3046F0E3}"/>
          </ac:spMkLst>
        </pc:spChg>
        <pc:spChg chg="add mod">
          <ac:chgData name="Zweig, Vivian" userId="bf981b69-84c6-4ab7-b3f7-fd1293bc0910" providerId="ADAL" clId="{C90F4235-2E0C-42E6-8B8C-E90386F07337}" dt="2026-10-12T16:37:48.995" v="1891" actId="1038"/>
          <ac:spMkLst>
            <pc:docMk/>
            <pc:sldMk cId="270702437" sldId="266"/>
            <ac:spMk id="18" creationId="{19AC5C9B-89AF-03DF-6E2B-C0591DDF3754}"/>
          </ac:spMkLst>
        </pc:spChg>
        <pc:picChg chg="add del mod">
          <ac:chgData name="Zweig, Vivian" userId="bf981b69-84c6-4ab7-b3f7-fd1293bc0910" providerId="ADAL" clId="{C90F4235-2E0C-42E6-8B8C-E90386F07337}" dt="2026-10-12T16:32:16.514" v="1787" actId="478"/>
          <ac:picMkLst>
            <pc:docMk/>
            <pc:sldMk cId="270702437" sldId="266"/>
            <ac:picMk id="7" creationId="{A9836F3D-C284-A8FE-A5B3-B56367290031}"/>
          </ac:picMkLst>
        </pc:picChg>
        <pc:picChg chg="add del mod">
          <ac:chgData name="Zweig, Vivian" userId="bf981b69-84c6-4ab7-b3f7-fd1293bc0910" providerId="ADAL" clId="{C90F4235-2E0C-42E6-8B8C-E90386F07337}" dt="2026-10-12T16:32:42.751" v="1792" actId="478"/>
          <ac:picMkLst>
            <pc:docMk/>
            <pc:sldMk cId="270702437" sldId="266"/>
            <ac:picMk id="8" creationId="{39B6C70E-5947-8E79-B93B-360BBC103EBB}"/>
          </ac:picMkLst>
        </pc:picChg>
        <pc:picChg chg="add mod">
          <ac:chgData name="Zweig, Vivian" userId="bf981b69-84c6-4ab7-b3f7-fd1293bc0910" providerId="ADAL" clId="{C90F4235-2E0C-42E6-8B8C-E90386F07337}" dt="2026-10-12T16:37:48.995" v="1891" actId="1038"/>
          <ac:picMkLst>
            <pc:docMk/>
            <pc:sldMk cId="270702437" sldId="266"/>
            <ac:picMk id="9" creationId="{875A6C29-FAB3-2023-E8F4-A766A5C6F6C2}"/>
          </ac:picMkLst>
        </pc:picChg>
        <pc:picChg chg="add mod">
          <ac:chgData name="Zweig, Vivian" userId="bf981b69-84c6-4ab7-b3f7-fd1293bc0910" providerId="ADAL" clId="{C90F4235-2E0C-42E6-8B8C-E90386F07337}" dt="2026-10-12T16:37:48.995" v="1891" actId="1038"/>
          <ac:picMkLst>
            <pc:docMk/>
            <pc:sldMk cId="270702437" sldId="266"/>
            <ac:picMk id="14" creationId="{EE70A72E-5EBC-C473-BF40-375AEE7746D7}"/>
          </ac:picMkLst>
        </pc:picChg>
      </pc:sldChg>
      <pc:sldChg chg="addSp new del mod">
        <pc:chgData name="Zweig, Vivian" userId="bf981b69-84c6-4ab7-b3f7-fd1293bc0910" providerId="ADAL" clId="{C90F4235-2E0C-42E6-8B8C-E90386F07337}" dt="2026-10-12T16:31:21.781" v="1770" actId="2696"/>
        <pc:sldMkLst>
          <pc:docMk/>
          <pc:sldMk cId="2433180637" sldId="266"/>
        </pc:sldMkLst>
        <pc:spChg chg="add">
          <ac:chgData name="Zweig, Vivian" userId="bf981b69-84c6-4ab7-b3f7-fd1293bc0910" providerId="ADAL" clId="{C90F4235-2E0C-42E6-8B8C-E90386F07337}" dt="2026-10-12T16:31:11.001" v="1768" actId="22"/>
          <ac:spMkLst>
            <pc:docMk/>
            <pc:sldMk cId="2433180637" sldId="266"/>
            <ac:spMk id="5" creationId="{E2448530-C001-9E46-75B9-1A26A3A435B1}"/>
          </ac:spMkLst>
        </pc:spChg>
      </pc:sldChg>
      <pc:sldChg chg="addSp delSp modSp new del mod modShow">
        <pc:chgData name="Zweig, Vivian" userId="bf981b69-84c6-4ab7-b3f7-fd1293bc0910" providerId="ADAL" clId="{C90F4235-2E0C-42E6-8B8C-E90386F07337}" dt="2026-10-12T17:22:44.678" v="3712" actId="2696"/>
        <pc:sldMkLst>
          <pc:docMk/>
          <pc:sldMk cId="3041421815" sldId="267"/>
        </pc:sldMkLst>
        <pc:spChg chg="del mod">
          <ac:chgData name="Zweig, Vivian" userId="bf981b69-84c6-4ab7-b3f7-fd1293bc0910" providerId="ADAL" clId="{C90F4235-2E0C-42E6-8B8C-E90386F07337}" dt="2026-10-12T17:13:50.359" v="3292" actId="478"/>
          <ac:spMkLst>
            <pc:docMk/>
            <pc:sldMk cId="3041421815" sldId="267"/>
            <ac:spMk id="3" creationId="{1F11B265-4DAE-DC7F-33B6-9856ABB5725A}"/>
          </ac:spMkLst>
        </pc:spChg>
        <pc:picChg chg="add mod">
          <ac:chgData name="Zweig, Vivian" userId="bf981b69-84c6-4ab7-b3f7-fd1293bc0910" providerId="ADAL" clId="{C90F4235-2E0C-42E6-8B8C-E90386F07337}" dt="2026-10-12T17:14:00.824" v="3337" actId="1037"/>
          <ac:picMkLst>
            <pc:docMk/>
            <pc:sldMk cId="3041421815" sldId="267"/>
            <ac:picMk id="5" creationId="{53CFA5FD-9775-E81E-C325-8FB9F19B4A2A}"/>
          </ac:picMkLst>
        </pc:picChg>
      </pc:sldChg>
      <pc:sldChg chg="addSp delSp modSp new del mod modShow">
        <pc:chgData name="Zweig, Vivian" userId="bf981b69-84c6-4ab7-b3f7-fd1293bc0910" providerId="ADAL" clId="{C90F4235-2E0C-42E6-8B8C-E90386F07337}" dt="2026-10-12T17:23:09.784" v="3713" actId="2696"/>
        <pc:sldMkLst>
          <pc:docMk/>
          <pc:sldMk cId="468248354" sldId="268"/>
        </pc:sldMkLst>
        <pc:spChg chg="del">
          <ac:chgData name="Zweig, Vivian" userId="bf981b69-84c6-4ab7-b3f7-fd1293bc0910" providerId="ADAL" clId="{C90F4235-2E0C-42E6-8B8C-E90386F07337}" dt="2026-10-12T17:14:42.670" v="3340" actId="478"/>
          <ac:spMkLst>
            <pc:docMk/>
            <pc:sldMk cId="468248354" sldId="268"/>
            <ac:spMk id="3" creationId="{3DDD0F2B-16B5-01EB-6655-259DCEDE5111}"/>
          </ac:spMkLst>
        </pc:spChg>
        <pc:picChg chg="add mod">
          <ac:chgData name="Zweig, Vivian" userId="bf981b69-84c6-4ab7-b3f7-fd1293bc0910" providerId="ADAL" clId="{C90F4235-2E0C-42E6-8B8C-E90386F07337}" dt="2026-10-12T17:14:47.423" v="3377" actId="1035"/>
          <ac:picMkLst>
            <pc:docMk/>
            <pc:sldMk cId="468248354" sldId="268"/>
            <ac:picMk id="5" creationId="{59E67032-A47F-9EF4-424D-05981681BAD9}"/>
          </ac:picMkLst>
        </pc:picChg>
      </pc:sldChg>
      <pc:sldChg chg="addSp delSp modSp new mod modShow">
        <pc:chgData name="Zweig, Vivian" userId="bf981b69-84c6-4ab7-b3f7-fd1293bc0910" providerId="ADAL" clId="{C90F4235-2E0C-42E6-8B8C-E90386F07337}" dt="2026-10-12T17:23:28.405" v="3721" actId="20577"/>
        <pc:sldMkLst>
          <pc:docMk/>
          <pc:sldMk cId="1507723074" sldId="269"/>
        </pc:sldMkLst>
        <pc:spChg chg="mod">
          <ac:chgData name="Zweig, Vivian" userId="bf981b69-84c6-4ab7-b3f7-fd1293bc0910" providerId="ADAL" clId="{C90F4235-2E0C-42E6-8B8C-E90386F07337}" dt="2026-10-12T17:19:16.950" v="3432" actId="20577"/>
          <ac:spMkLst>
            <pc:docMk/>
            <pc:sldMk cId="1507723074" sldId="269"/>
            <ac:spMk id="2" creationId="{881C1514-2D17-F6A9-C3B9-EDC4017BBC0C}"/>
          </ac:spMkLst>
        </pc:spChg>
        <pc:spChg chg="del">
          <ac:chgData name="Zweig, Vivian" userId="bf981b69-84c6-4ab7-b3f7-fd1293bc0910" providerId="ADAL" clId="{C90F4235-2E0C-42E6-8B8C-E90386F07337}" dt="2026-10-12T17:16:32.151" v="3384" actId="478"/>
          <ac:spMkLst>
            <pc:docMk/>
            <pc:sldMk cId="1507723074" sldId="269"/>
            <ac:spMk id="3" creationId="{427A4DC9-C0E5-9713-77B0-A005742CFA04}"/>
          </ac:spMkLst>
        </pc:spChg>
        <pc:spChg chg="add mod">
          <ac:chgData name="Zweig, Vivian" userId="bf981b69-84c6-4ab7-b3f7-fd1293bc0910" providerId="ADAL" clId="{C90F4235-2E0C-42E6-8B8C-E90386F07337}" dt="2026-10-12T17:23:28.405" v="3721" actId="20577"/>
          <ac:spMkLst>
            <pc:docMk/>
            <pc:sldMk cId="1507723074" sldId="269"/>
            <ac:spMk id="6" creationId="{CABE2824-B058-DD1A-F964-F223D2FB5D2A}"/>
          </ac:spMkLst>
        </pc:spChg>
        <pc:picChg chg="add mod">
          <ac:chgData name="Zweig, Vivian" userId="bf981b69-84c6-4ab7-b3f7-fd1293bc0910" providerId="ADAL" clId="{C90F4235-2E0C-42E6-8B8C-E90386F07337}" dt="2026-10-12T17:19:46.517" v="3474" actId="1035"/>
          <ac:picMkLst>
            <pc:docMk/>
            <pc:sldMk cId="1507723074" sldId="269"/>
            <ac:picMk id="5" creationId="{38255AA5-7FC6-3080-809D-42B84CBF4A90}"/>
          </ac:picMkLst>
        </pc:picChg>
      </pc:sldChg>
      <pc:sldChg chg="addSp delSp modSp new mod">
        <pc:chgData name="Zweig, Vivian" userId="bf981b69-84c6-4ab7-b3f7-fd1293bc0910" providerId="ADAL" clId="{C90F4235-2E0C-42E6-8B8C-E90386F07337}" dt="2026-10-12T17:46:52.262" v="4085" actId="14100"/>
        <pc:sldMkLst>
          <pc:docMk/>
          <pc:sldMk cId="2153659169" sldId="270"/>
        </pc:sldMkLst>
        <pc:spChg chg="del mod">
          <ac:chgData name="Zweig, Vivian" userId="bf981b69-84c6-4ab7-b3f7-fd1293bc0910" providerId="ADAL" clId="{C90F4235-2E0C-42E6-8B8C-E90386F07337}" dt="2026-10-12T17:42:31.352" v="3985" actId="478"/>
          <ac:spMkLst>
            <pc:docMk/>
            <pc:sldMk cId="2153659169" sldId="270"/>
            <ac:spMk id="2" creationId="{E6418AB1-6587-BA79-F7FB-6107F2B18BB2}"/>
          </ac:spMkLst>
        </pc:spChg>
        <pc:spChg chg="del mod">
          <ac:chgData name="Zweig, Vivian" userId="bf981b69-84c6-4ab7-b3f7-fd1293bc0910" providerId="ADAL" clId="{C90F4235-2E0C-42E6-8B8C-E90386F07337}" dt="2026-10-12T17:40:58.951" v="3980" actId="478"/>
          <ac:spMkLst>
            <pc:docMk/>
            <pc:sldMk cId="2153659169" sldId="270"/>
            <ac:spMk id="3" creationId="{C3BAE490-15E4-53C6-858D-DF31EC4F0901}"/>
          </ac:spMkLst>
        </pc:spChg>
        <pc:spChg chg="add del mod">
          <ac:chgData name="Zweig, Vivian" userId="bf981b69-84c6-4ab7-b3f7-fd1293bc0910" providerId="ADAL" clId="{C90F4235-2E0C-42E6-8B8C-E90386F07337}" dt="2026-10-12T17:42:33.388" v="3986" actId="478"/>
          <ac:spMkLst>
            <pc:docMk/>
            <pc:sldMk cId="2153659169" sldId="270"/>
            <ac:spMk id="9" creationId="{C173B232-2D6D-4F8F-5FAF-6D560B816F68}"/>
          </ac:spMkLst>
        </pc:spChg>
        <pc:spChg chg="add mod">
          <ac:chgData name="Zweig, Vivian" userId="bf981b69-84c6-4ab7-b3f7-fd1293bc0910" providerId="ADAL" clId="{C90F4235-2E0C-42E6-8B8C-E90386F07337}" dt="2026-10-12T17:46:16.300" v="4064" actId="1076"/>
          <ac:spMkLst>
            <pc:docMk/>
            <pc:sldMk cId="2153659169" sldId="270"/>
            <ac:spMk id="24" creationId="{F1674B38-4960-4B96-7D2B-D3194DA17318}"/>
          </ac:spMkLst>
        </pc:spChg>
        <pc:spChg chg="add mod">
          <ac:chgData name="Zweig, Vivian" userId="bf981b69-84c6-4ab7-b3f7-fd1293bc0910" providerId="ADAL" clId="{C90F4235-2E0C-42E6-8B8C-E90386F07337}" dt="2026-10-12T17:46:11.292" v="4063" actId="1076"/>
          <ac:spMkLst>
            <pc:docMk/>
            <pc:sldMk cId="2153659169" sldId="270"/>
            <ac:spMk id="25" creationId="{BCEA7004-978C-4A85-B7D6-9AFCC9EB553F}"/>
          </ac:spMkLst>
        </pc:spChg>
        <pc:spChg chg="add del mod">
          <ac:chgData name="Zweig, Vivian" userId="bf981b69-84c6-4ab7-b3f7-fd1293bc0910" providerId="ADAL" clId="{C90F4235-2E0C-42E6-8B8C-E90386F07337}" dt="2026-10-12T17:46:35.767" v="4067" actId="478"/>
          <ac:spMkLst>
            <pc:docMk/>
            <pc:sldMk cId="2153659169" sldId="270"/>
            <ac:spMk id="27" creationId="{AE74B573-94F4-A774-4A26-77C2AE1FDFA4}"/>
          </ac:spMkLst>
        </pc:spChg>
        <pc:spChg chg="add mod">
          <ac:chgData name="Zweig, Vivian" userId="bf981b69-84c6-4ab7-b3f7-fd1293bc0910" providerId="ADAL" clId="{C90F4235-2E0C-42E6-8B8C-E90386F07337}" dt="2026-10-12T17:46:52.262" v="4085" actId="14100"/>
          <ac:spMkLst>
            <pc:docMk/>
            <pc:sldMk cId="2153659169" sldId="270"/>
            <ac:spMk id="28" creationId="{57CD6471-E486-4FE8-3F29-0A7AC1120753}"/>
          </ac:spMkLst>
        </pc:spChg>
        <pc:picChg chg="add del">
          <ac:chgData name="Zweig, Vivian" userId="bf981b69-84c6-4ab7-b3f7-fd1293bc0910" providerId="ADAL" clId="{C90F4235-2E0C-42E6-8B8C-E90386F07337}" dt="2026-10-12T17:41:07.387" v="3982" actId="478"/>
          <ac:picMkLst>
            <pc:docMk/>
            <pc:sldMk cId="2153659169" sldId="270"/>
            <ac:picMk id="5" creationId="{AA306F93-D578-90CC-56C6-A9079AD37798}"/>
          </ac:picMkLst>
        </pc:picChg>
        <pc:picChg chg="add mod">
          <ac:chgData name="Zweig, Vivian" userId="bf981b69-84c6-4ab7-b3f7-fd1293bc0910" providerId="ADAL" clId="{C90F4235-2E0C-42E6-8B8C-E90386F07337}" dt="2026-10-12T17:46:02.396" v="4060" actId="1076"/>
          <ac:picMkLst>
            <pc:docMk/>
            <pc:sldMk cId="2153659169" sldId="270"/>
            <ac:picMk id="7" creationId="{58A65057-91D8-7E8C-4BD2-93175EBB6688}"/>
          </ac:picMkLst>
        </pc:picChg>
        <pc:cxnChg chg="add mod">
          <ac:chgData name="Zweig, Vivian" userId="bf981b69-84c6-4ab7-b3f7-fd1293bc0910" providerId="ADAL" clId="{C90F4235-2E0C-42E6-8B8C-E90386F07337}" dt="2026-10-12T17:43:38.870" v="3996" actId="14100"/>
          <ac:cxnSpMkLst>
            <pc:docMk/>
            <pc:sldMk cId="2153659169" sldId="270"/>
            <ac:cxnSpMk id="11" creationId="{FE80312F-D50A-5867-C391-1812E7729013}"/>
          </ac:cxnSpMkLst>
        </pc:cxnChg>
        <pc:cxnChg chg="add mod">
          <ac:chgData name="Zweig, Vivian" userId="bf981b69-84c6-4ab7-b3f7-fd1293bc0910" providerId="ADAL" clId="{C90F4235-2E0C-42E6-8B8C-E90386F07337}" dt="2026-10-12T17:44:07.766" v="4009" actId="1036"/>
          <ac:cxnSpMkLst>
            <pc:docMk/>
            <pc:sldMk cId="2153659169" sldId="270"/>
            <ac:cxnSpMk id="14" creationId="{87C4D6A9-A942-0001-B373-B76ABBDBB113}"/>
          </ac:cxnSpMkLst>
        </pc:cxnChg>
        <pc:cxnChg chg="add mod">
          <ac:chgData name="Zweig, Vivian" userId="bf981b69-84c6-4ab7-b3f7-fd1293bc0910" providerId="ADAL" clId="{C90F4235-2E0C-42E6-8B8C-E90386F07337}" dt="2026-10-12T17:44:26.732" v="4013" actId="1038"/>
          <ac:cxnSpMkLst>
            <pc:docMk/>
            <pc:sldMk cId="2153659169" sldId="270"/>
            <ac:cxnSpMk id="17" creationId="{D38B1E48-BCD8-60FF-1812-10DC3444FB6F}"/>
          </ac:cxnSpMkLst>
        </pc:cxnChg>
        <pc:cxnChg chg="add mod">
          <ac:chgData name="Zweig, Vivian" userId="bf981b69-84c6-4ab7-b3f7-fd1293bc0910" providerId="ADAL" clId="{C90F4235-2E0C-42E6-8B8C-E90386F07337}" dt="2026-10-12T17:44:45.079" v="4019" actId="14100"/>
          <ac:cxnSpMkLst>
            <pc:docMk/>
            <pc:sldMk cId="2153659169" sldId="270"/>
            <ac:cxnSpMk id="19" creationId="{411B9320-8B46-FE01-5796-BCFB93E83D1A}"/>
          </ac:cxnSpMkLst>
        </pc:cxnChg>
      </pc:sldChg>
    </pc:docChg>
  </pc:docChgLst>
</pc:chgInfo>
</file>

<file path=ppt/comments/modernComment_104_570DC1FC.xml><?xml version="1.0" encoding="utf-8"?>
<p188:cmLst xmlns:a="http://schemas.openxmlformats.org/drawingml/2006/main" xmlns:r="http://schemas.openxmlformats.org/officeDocument/2006/relationships" xmlns:p188="http://schemas.microsoft.com/office/powerpoint/2018/8/main">
  <p188:cm id="{A5A462CD-7067-449E-A109-F23305BC1ABA}" authorId="{5A487F35-ABC2-FE85-3B71-E70F48CBDD18}" created="2026-10-12T17:16:04.351">
    <ac:deMkLst xmlns:ac="http://schemas.microsoft.com/office/drawing/2013/main/command">
      <pc:docMk xmlns:pc="http://schemas.microsoft.com/office/powerpoint/2013/main/command"/>
      <pc:sldMk xmlns:pc="http://schemas.microsoft.com/office/powerpoint/2013/main/command" cId="1460519420" sldId="260"/>
      <ac:picMk id="5" creationId="{8F703AE2-CA0B-7265-1914-31729EA577EF}"/>
    </ac:deMkLst>
    <p188:txBody>
      <a:bodyPr/>
      <a:lstStyle/>
      <a:p>
        <a:r>
          <a:rPr lang="en-US"/>
          <a:t>Include here? Maybe cut?</a:t>
        </a:r>
      </a:p>
    </p188:txBody>
  </p188:cm>
</p188:cmLst>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F41FDEFD-ABF3-4E2F-8CD3-6FDAA0064E58}" type="doc">
      <dgm:prSet loTypeId="urn:microsoft.com/office/officeart/2024/layout/NumberedLinearArrowProcess" loCatId="process" qsTypeId="urn:microsoft.com/office/officeart/2005/8/quickstyle/simple1" qsCatId="simple" csTypeId="urn:microsoft.com/office/officeart/2005/8/colors/accent1_2" csCatId="accent1"/>
      <dgm:spPr/>
      <dgm:t>
        <a:bodyPr/>
        <a:lstStyle/>
        <a:p>
          <a:endParaRPr lang="en-US"/>
        </a:p>
      </dgm:t>
    </dgm:pt>
    <dgm:pt modelId="{F1444AF4-BAC2-4181-B6D2-2184F3653599}">
      <dgm:prSet/>
      <dgm:spPr/>
      <dgm:t>
        <a:bodyPr/>
        <a:lstStyle/>
        <a:p>
          <a:r>
            <a:rPr lang="en-US"/>
            <a:t>Memorial Sloan Kettering Cancer (MSK) IMPACT, MET, and CHORD</a:t>
          </a:r>
        </a:p>
      </dgm:t>
    </dgm:pt>
    <dgm:pt modelId="{E2FC669C-2C39-4B5D-B59A-FEE5E0F56192}" type="parTrans" cxnId="{9FB2FE05-CDBE-4765-A17C-0DB093F18A5E}">
      <dgm:prSet/>
      <dgm:spPr/>
      <dgm:t>
        <a:bodyPr/>
        <a:lstStyle/>
        <a:p>
          <a:endParaRPr lang="en-US"/>
        </a:p>
      </dgm:t>
    </dgm:pt>
    <dgm:pt modelId="{AF586C85-DC74-4438-AA8D-39F45990490E}" type="sibTrans" cxnId="{9FB2FE05-CDBE-4765-A17C-0DB093F18A5E}">
      <dgm:prSet phldrT="1" phldr="0"/>
      <dgm:spPr/>
      <dgm:t>
        <a:bodyPr/>
        <a:lstStyle/>
        <a:p>
          <a:r>
            <a:rPr lang="en-US"/>
            <a:t>1</a:t>
          </a:r>
        </a:p>
      </dgm:t>
    </dgm:pt>
    <dgm:pt modelId="{CB235109-918E-44E5-9AFC-783750F0BCD4}">
      <dgm:prSet/>
      <dgm:spPr/>
      <dgm:t>
        <a:bodyPr/>
        <a:lstStyle/>
        <a:p>
          <a:r>
            <a:rPr lang="en-US" b="1" dirty="0"/>
            <a:t>Data exploration reshaped our question </a:t>
          </a:r>
        </a:p>
      </dgm:t>
    </dgm:pt>
    <dgm:pt modelId="{D85EF638-E935-4BE4-B192-8CD71E013EF7}" type="parTrans" cxnId="{A0F9840C-333F-4A51-89A8-6301CAF0291C}">
      <dgm:prSet/>
      <dgm:spPr/>
      <dgm:t>
        <a:bodyPr/>
        <a:lstStyle/>
        <a:p>
          <a:endParaRPr lang="en-US"/>
        </a:p>
      </dgm:t>
    </dgm:pt>
    <dgm:pt modelId="{48E8C695-1ECA-48FC-89F8-0129BE27A2A5}" type="sibTrans" cxnId="{A0F9840C-333F-4A51-89A8-6301CAF0291C}">
      <dgm:prSet phldrT="2" phldr="0"/>
      <dgm:spPr/>
      <dgm:t>
        <a:bodyPr/>
        <a:lstStyle/>
        <a:p>
          <a:r>
            <a:rPr lang="en-US"/>
            <a:t>2</a:t>
          </a:r>
          <a:endParaRPr lang="en-US" dirty="0"/>
        </a:p>
      </dgm:t>
    </dgm:pt>
    <dgm:pt modelId="{2E72743A-0E07-4758-BF4D-7C5F438C2205}">
      <dgm:prSet/>
      <dgm:spPr/>
      <dgm:t>
        <a:bodyPr/>
        <a:lstStyle/>
        <a:p>
          <a:r>
            <a:rPr lang="en-US" b="0" dirty="0"/>
            <a:t>Can we predict if </a:t>
          </a:r>
          <a:r>
            <a:rPr lang="en-US" b="1" dirty="0"/>
            <a:t>a sample was collected pre- or post- treatment</a:t>
          </a:r>
          <a:r>
            <a:rPr lang="en-US" b="0" dirty="0"/>
            <a:t>? Using SHAP, </a:t>
          </a:r>
          <a:r>
            <a:rPr lang="en-US" b="1" dirty="0"/>
            <a:t>what features will our model use </a:t>
          </a:r>
          <a:r>
            <a:rPr lang="en-US" b="0" dirty="0"/>
            <a:t>to make a prediction?</a:t>
          </a:r>
        </a:p>
      </dgm:t>
    </dgm:pt>
    <dgm:pt modelId="{40FD4CF8-566E-466E-83D2-00C357B9D692}" type="parTrans" cxnId="{2C2772D5-001C-405D-A8C4-307A250A9E45}">
      <dgm:prSet/>
      <dgm:spPr/>
      <dgm:t>
        <a:bodyPr/>
        <a:lstStyle/>
        <a:p>
          <a:endParaRPr lang="en-US"/>
        </a:p>
      </dgm:t>
    </dgm:pt>
    <dgm:pt modelId="{288D0C36-1928-42D4-A590-BE547C2D1F37}" type="sibTrans" cxnId="{2C2772D5-001C-405D-A8C4-307A250A9E45}">
      <dgm:prSet phldrT="3" phldr="0"/>
      <dgm:spPr/>
      <dgm:t>
        <a:bodyPr/>
        <a:lstStyle/>
        <a:p>
          <a:r>
            <a:rPr lang="en-US"/>
            <a:t>3</a:t>
          </a:r>
        </a:p>
      </dgm:t>
    </dgm:pt>
    <dgm:pt modelId="{54B911D2-A71F-4749-A0F4-1A919F2A5E1D}" type="pres">
      <dgm:prSet presAssocID="{F41FDEFD-ABF3-4E2F-8CD3-6FDAA0064E58}" presName="linearFlow" presStyleCnt="0">
        <dgm:presLayoutVars>
          <dgm:dir/>
          <dgm:animLvl val="lvl"/>
          <dgm:resizeHandles val="exact"/>
        </dgm:presLayoutVars>
      </dgm:prSet>
      <dgm:spPr/>
    </dgm:pt>
    <dgm:pt modelId="{0D39A8D9-8D95-45C5-AE79-93DAB70901F6}" type="pres">
      <dgm:prSet presAssocID="{F1444AF4-BAC2-4181-B6D2-2184F3653599}" presName="compositeNode" presStyleCnt="0"/>
      <dgm:spPr/>
    </dgm:pt>
    <dgm:pt modelId="{E1246E2D-2022-4050-9334-0F56DAD5C220}" type="pres">
      <dgm:prSet presAssocID="{F1444AF4-BAC2-4181-B6D2-2184F3653599}" presName="parTx" presStyleLbl="node1" presStyleIdx="0" presStyleCnt="0">
        <dgm:presLayoutVars>
          <dgm:chMax val="0"/>
          <dgm:chPref val="0"/>
          <dgm:bulletEnabled val="1"/>
        </dgm:presLayoutVars>
      </dgm:prSet>
      <dgm:spPr/>
    </dgm:pt>
    <dgm:pt modelId="{14A9F4F3-46C7-4D60-92B4-058F9005F0A3}" type="pres">
      <dgm:prSet presAssocID="{F1444AF4-BAC2-4181-B6D2-2184F3653599}" presName="parSh" presStyleCnt="0"/>
      <dgm:spPr/>
    </dgm:pt>
    <dgm:pt modelId="{0C881A73-EE82-4CE5-A75A-2DC97CAE8A92}" type="pres">
      <dgm:prSet presAssocID="{F1444AF4-BAC2-4181-B6D2-2184F3653599}" presName="lineNode" presStyleLbl="alignNode1" presStyleIdx="0" presStyleCnt="9"/>
      <dgm:spPr/>
    </dgm:pt>
    <dgm:pt modelId="{CC343AE4-474F-4CD5-8A97-E6A60600B940}" type="pres">
      <dgm:prSet presAssocID="{F1444AF4-BAC2-4181-B6D2-2184F3653599}" presName="lineArrowNode" presStyleLbl="alignNode1" presStyleIdx="1" presStyleCnt="9"/>
      <dgm:spPr/>
    </dgm:pt>
    <dgm:pt modelId="{A593D699-72F7-47C7-974D-92D8FEB02CBA}" type="pres">
      <dgm:prSet presAssocID="{AF586C85-DC74-4438-AA8D-39F45990490E}" presName="sibTransNodeCircle" presStyleLbl="alignNode1" presStyleIdx="2" presStyleCnt="9">
        <dgm:presLayoutVars>
          <dgm:chMax val="0"/>
          <dgm:bulletEnabled/>
        </dgm:presLayoutVars>
      </dgm:prSet>
      <dgm:spPr/>
    </dgm:pt>
    <dgm:pt modelId="{922F5512-7B1A-464D-9C84-F0DAB2058CF5}" type="pres">
      <dgm:prSet presAssocID="{AF586C85-DC74-4438-AA8D-39F45990490E}" presName="spacerBetweenCircleAndCallout" presStyleCnt="0">
        <dgm:presLayoutVars/>
      </dgm:prSet>
      <dgm:spPr/>
    </dgm:pt>
    <dgm:pt modelId="{A11FF7B3-A58F-4692-BF2E-330578CE16A7}" type="pres">
      <dgm:prSet presAssocID="{AF586C85-DC74-4438-AA8D-39F45990490E}" presName="verticalConnector" presStyleLbl="alignAccFollowNode1" presStyleIdx="0" presStyleCnt="3"/>
      <dgm:spPr/>
    </dgm:pt>
    <dgm:pt modelId="{BF96C9EB-7569-4355-9CBC-5FCE376EA7C0}" type="pres">
      <dgm:prSet presAssocID="{F1444AF4-BAC2-4181-B6D2-2184F3653599}" presName="nodeText" presStyleLbl="fgAcc1" presStyleIdx="0" presStyleCnt="3">
        <dgm:presLayoutVars>
          <dgm:bulletEnabled val="1"/>
        </dgm:presLayoutVars>
      </dgm:prSet>
      <dgm:spPr/>
    </dgm:pt>
    <dgm:pt modelId="{B249C5E8-9556-4693-831B-7CF9994CF3E2}" type="pres">
      <dgm:prSet presAssocID="{AF586C85-DC74-4438-AA8D-39F45990490E}" presName="sibTransComposite" presStyleCnt="0"/>
      <dgm:spPr/>
    </dgm:pt>
    <dgm:pt modelId="{AE8A970B-AAF3-4C6A-8D19-4CA3F011819B}" type="pres">
      <dgm:prSet presAssocID="{CB235109-918E-44E5-9AFC-783750F0BCD4}" presName="compositeNode" presStyleCnt="0"/>
      <dgm:spPr/>
    </dgm:pt>
    <dgm:pt modelId="{61DE215A-2885-403C-955F-8370873FBF67}" type="pres">
      <dgm:prSet presAssocID="{CB235109-918E-44E5-9AFC-783750F0BCD4}" presName="parTx" presStyleLbl="node1" presStyleIdx="0" presStyleCnt="0">
        <dgm:presLayoutVars>
          <dgm:chMax val="0"/>
          <dgm:chPref val="0"/>
          <dgm:bulletEnabled val="1"/>
        </dgm:presLayoutVars>
      </dgm:prSet>
      <dgm:spPr/>
    </dgm:pt>
    <dgm:pt modelId="{9D7A3B19-3C0E-4B54-A336-0C013E803A13}" type="pres">
      <dgm:prSet presAssocID="{CB235109-918E-44E5-9AFC-783750F0BCD4}" presName="parSh" presStyleCnt="0"/>
      <dgm:spPr/>
    </dgm:pt>
    <dgm:pt modelId="{00386A80-DFEE-4070-807B-10D1E7922747}" type="pres">
      <dgm:prSet presAssocID="{CB235109-918E-44E5-9AFC-783750F0BCD4}" presName="lineNode" presStyleLbl="alignNode1" presStyleIdx="3" presStyleCnt="9"/>
      <dgm:spPr/>
    </dgm:pt>
    <dgm:pt modelId="{3DE27473-1B1A-426C-A6B4-26C1067DDD8D}" type="pres">
      <dgm:prSet presAssocID="{CB235109-918E-44E5-9AFC-783750F0BCD4}" presName="lineArrowNode" presStyleLbl="alignNode1" presStyleIdx="4" presStyleCnt="9"/>
      <dgm:spPr/>
    </dgm:pt>
    <dgm:pt modelId="{73EF6164-3A5D-401C-A341-9B60445CF3C9}" type="pres">
      <dgm:prSet presAssocID="{48E8C695-1ECA-48FC-89F8-0129BE27A2A5}" presName="sibTransNodeCircle" presStyleLbl="alignNode1" presStyleIdx="5" presStyleCnt="9">
        <dgm:presLayoutVars>
          <dgm:chMax val="0"/>
          <dgm:bulletEnabled/>
        </dgm:presLayoutVars>
      </dgm:prSet>
      <dgm:spPr/>
    </dgm:pt>
    <dgm:pt modelId="{2E995BCB-C021-4E79-A550-019D8530AAE0}" type="pres">
      <dgm:prSet presAssocID="{48E8C695-1ECA-48FC-89F8-0129BE27A2A5}" presName="spacerBetweenCircleAndCallout" presStyleCnt="0">
        <dgm:presLayoutVars/>
      </dgm:prSet>
      <dgm:spPr/>
    </dgm:pt>
    <dgm:pt modelId="{746AE80C-34B4-49AE-9FDD-807BCC7FC18C}" type="pres">
      <dgm:prSet presAssocID="{48E8C695-1ECA-48FC-89F8-0129BE27A2A5}" presName="verticalConnector" presStyleLbl="alignAccFollowNode1" presStyleIdx="1" presStyleCnt="3"/>
      <dgm:spPr/>
    </dgm:pt>
    <dgm:pt modelId="{53111B5C-5B76-4055-B4C4-AFCCB756ECE9}" type="pres">
      <dgm:prSet presAssocID="{CB235109-918E-44E5-9AFC-783750F0BCD4}" presName="nodeText" presStyleLbl="fgAcc1" presStyleIdx="1" presStyleCnt="3">
        <dgm:presLayoutVars>
          <dgm:bulletEnabled val="1"/>
        </dgm:presLayoutVars>
      </dgm:prSet>
      <dgm:spPr/>
    </dgm:pt>
    <dgm:pt modelId="{188133D4-5AF1-4174-B083-A1BAC43A3D96}" type="pres">
      <dgm:prSet presAssocID="{48E8C695-1ECA-48FC-89F8-0129BE27A2A5}" presName="sibTransComposite" presStyleCnt="0"/>
      <dgm:spPr/>
    </dgm:pt>
    <dgm:pt modelId="{3F1AA6AE-8201-403E-8CB0-CAA7680916B3}" type="pres">
      <dgm:prSet presAssocID="{2E72743A-0E07-4758-BF4D-7C5F438C2205}" presName="compositeNode" presStyleCnt="0"/>
      <dgm:spPr/>
    </dgm:pt>
    <dgm:pt modelId="{D5479D33-301B-4844-98AF-6BC55C6A9C4F}" type="pres">
      <dgm:prSet presAssocID="{2E72743A-0E07-4758-BF4D-7C5F438C2205}" presName="parTx" presStyleLbl="node1" presStyleIdx="0" presStyleCnt="0">
        <dgm:presLayoutVars>
          <dgm:chMax val="0"/>
          <dgm:chPref val="0"/>
          <dgm:bulletEnabled val="1"/>
        </dgm:presLayoutVars>
      </dgm:prSet>
      <dgm:spPr/>
    </dgm:pt>
    <dgm:pt modelId="{584FB7BE-D924-45D6-B774-FCEF3581BA69}" type="pres">
      <dgm:prSet presAssocID="{2E72743A-0E07-4758-BF4D-7C5F438C2205}" presName="parSh" presStyleCnt="0"/>
      <dgm:spPr/>
    </dgm:pt>
    <dgm:pt modelId="{A1134B60-27F8-4ADD-BEBE-9DB792BE3435}" type="pres">
      <dgm:prSet presAssocID="{2E72743A-0E07-4758-BF4D-7C5F438C2205}" presName="lineNode" presStyleLbl="alignNode1" presStyleIdx="6" presStyleCnt="9"/>
      <dgm:spPr/>
    </dgm:pt>
    <dgm:pt modelId="{91B1A91C-D521-4627-B8D0-AF7456A965C5}" type="pres">
      <dgm:prSet presAssocID="{2E72743A-0E07-4758-BF4D-7C5F438C2205}" presName="lineArrowNode" presStyleLbl="alignNode1" presStyleIdx="7" presStyleCnt="9"/>
      <dgm:spPr/>
    </dgm:pt>
    <dgm:pt modelId="{0C51BF91-2EEB-45E6-ADBE-0C767D213C90}" type="pres">
      <dgm:prSet presAssocID="{288D0C36-1928-42D4-A590-BE547C2D1F37}" presName="sibTransNodeCircle" presStyleLbl="alignNode1" presStyleIdx="8" presStyleCnt="9">
        <dgm:presLayoutVars>
          <dgm:chMax val="0"/>
          <dgm:bulletEnabled/>
        </dgm:presLayoutVars>
      </dgm:prSet>
      <dgm:spPr/>
    </dgm:pt>
    <dgm:pt modelId="{2EC2E996-339E-4D38-AD22-9A238EC2E355}" type="pres">
      <dgm:prSet presAssocID="{288D0C36-1928-42D4-A590-BE547C2D1F37}" presName="spacerBetweenCircleAndCallout" presStyleCnt="0">
        <dgm:presLayoutVars/>
      </dgm:prSet>
      <dgm:spPr/>
    </dgm:pt>
    <dgm:pt modelId="{ECBFBEA5-C05B-4290-A402-C226D8E53DDB}" type="pres">
      <dgm:prSet presAssocID="{288D0C36-1928-42D4-A590-BE547C2D1F37}" presName="verticalConnector" presStyleLbl="alignAccFollowNode1" presStyleIdx="2" presStyleCnt="3"/>
      <dgm:spPr/>
    </dgm:pt>
    <dgm:pt modelId="{7AC6B69B-88D5-4422-8EA4-5F3CE82D1680}" type="pres">
      <dgm:prSet presAssocID="{2E72743A-0E07-4758-BF4D-7C5F438C2205}" presName="nodeText" presStyleLbl="fgAcc1" presStyleIdx="2" presStyleCnt="3">
        <dgm:presLayoutVars>
          <dgm:bulletEnabled val="1"/>
        </dgm:presLayoutVars>
      </dgm:prSet>
      <dgm:spPr/>
    </dgm:pt>
  </dgm:ptLst>
  <dgm:cxnLst>
    <dgm:cxn modelId="{7C84C902-6A09-4629-9C8C-FF3F0FC9C3AC}" type="presOf" srcId="{48E8C695-1ECA-48FC-89F8-0129BE27A2A5}" destId="{73EF6164-3A5D-401C-A341-9B60445CF3C9}" srcOrd="0" destOrd="0" presId="urn:microsoft.com/office/officeart/2024/layout/NumberedLinearArrowProcess"/>
    <dgm:cxn modelId="{9FB2FE05-CDBE-4765-A17C-0DB093F18A5E}" srcId="{F41FDEFD-ABF3-4E2F-8CD3-6FDAA0064E58}" destId="{F1444AF4-BAC2-4181-B6D2-2184F3653599}" srcOrd="0" destOrd="0" parTransId="{E2FC669C-2C39-4B5D-B59A-FEE5E0F56192}" sibTransId="{AF586C85-DC74-4438-AA8D-39F45990490E}"/>
    <dgm:cxn modelId="{A0F9840C-333F-4A51-89A8-6301CAF0291C}" srcId="{F41FDEFD-ABF3-4E2F-8CD3-6FDAA0064E58}" destId="{CB235109-918E-44E5-9AFC-783750F0BCD4}" srcOrd="1" destOrd="0" parTransId="{D85EF638-E935-4BE4-B192-8CD71E013EF7}" sibTransId="{48E8C695-1ECA-48FC-89F8-0129BE27A2A5}"/>
    <dgm:cxn modelId="{0EDBF11D-0C5F-4743-A047-59C6EEA41823}" type="presOf" srcId="{F41FDEFD-ABF3-4E2F-8CD3-6FDAA0064E58}" destId="{54B911D2-A71F-4749-A0F4-1A919F2A5E1D}" srcOrd="0" destOrd="0" presId="urn:microsoft.com/office/officeart/2024/layout/NumberedLinearArrowProcess"/>
    <dgm:cxn modelId="{7E4BF435-B3EC-46E1-9438-FE854B05FB22}" type="presOf" srcId="{CB235109-918E-44E5-9AFC-783750F0BCD4}" destId="{3DE27473-1B1A-426C-A6B4-26C1067DDD8D}" srcOrd="0" destOrd="0" presId="urn:microsoft.com/office/officeart/2024/layout/NumberedLinearArrowProcess"/>
    <dgm:cxn modelId="{3CC33639-8355-4BA7-9A40-D81F919CEAE9}" type="presOf" srcId="{F1444AF4-BAC2-4181-B6D2-2184F3653599}" destId="{BF96C9EB-7569-4355-9CBC-5FCE376EA7C0}" srcOrd="1" destOrd="0" presId="urn:microsoft.com/office/officeart/2024/layout/NumberedLinearArrowProcess"/>
    <dgm:cxn modelId="{4969EA69-A4DF-4CF0-AA1D-C5890172872F}" type="presOf" srcId="{288D0C36-1928-42D4-A590-BE547C2D1F37}" destId="{0C51BF91-2EEB-45E6-ADBE-0C767D213C90}" srcOrd="0" destOrd="0" presId="urn:microsoft.com/office/officeart/2024/layout/NumberedLinearArrowProcess"/>
    <dgm:cxn modelId="{0D3C8F85-8EA1-4F8A-9A08-C03A138E242F}" type="presOf" srcId="{2E72743A-0E07-4758-BF4D-7C5F438C2205}" destId="{91B1A91C-D521-4627-B8D0-AF7456A965C5}" srcOrd="0" destOrd="0" presId="urn:microsoft.com/office/officeart/2024/layout/NumberedLinearArrowProcess"/>
    <dgm:cxn modelId="{5B02659B-5BF5-4877-BD80-75C922DA7CA0}" type="presOf" srcId="{2E72743A-0E07-4758-BF4D-7C5F438C2205}" destId="{7AC6B69B-88D5-4422-8EA4-5F3CE82D1680}" srcOrd="1" destOrd="0" presId="urn:microsoft.com/office/officeart/2024/layout/NumberedLinearArrowProcess"/>
    <dgm:cxn modelId="{E15ADEA1-B0A8-4884-A0E9-3D0B00F4713F}" type="presOf" srcId="{CB235109-918E-44E5-9AFC-783750F0BCD4}" destId="{53111B5C-5B76-4055-B4C4-AFCCB756ECE9}" srcOrd="1" destOrd="0" presId="urn:microsoft.com/office/officeart/2024/layout/NumberedLinearArrowProcess"/>
    <dgm:cxn modelId="{AACB62BA-ABAC-4E6D-B848-180254CFD2A0}" type="presOf" srcId="{F1444AF4-BAC2-4181-B6D2-2184F3653599}" destId="{CC343AE4-474F-4CD5-8A97-E6A60600B940}" srcOrd="0" destOrd="0" presId="urn:microsoft.com/office/officeart/2024/layout/NumberedLinearArrowProcess"/>
    <dgm:cxn modelId="{FC51B1C4-5E1F-4887-A946-9E9300A26A5B}" type="presOf" srcId="{AF586C85-DC74-4438-AA8D-39F45990490E}" destId="{A593D699-72F7-47C7-974D-92D8FEB02CBA}" srcOrd="0" destOrd="0" presId="urn:microsoft.com/office/officeart/2024/layout/NumberedLinearArrowProcess"/>
    <dgm:cxn modelId="{2C2772D5-001C-405D-A8C4-307A250A9E45}" srcId="{F41FDEFD-ABF3-4E2F-8CD3-6FDAA0064E58}" destId="{2E72743A-0E07-4758-BF4D-7C5F438C2205}" srcOrd="2" destOrd="0" parTransId="{40FD4CF8-566E-466E-83D2-00C357B9D692}" sibTransId="{288D0C36-1928-42D4-A590-BE547C2D1F37}"/>
    <dgm:cxn modelId="{017AED89-2307-41B1-8C35-7AD875C535C2}" type="presParOf" srcId="{54B911D2-A71F-4749-A0F4-1A919F2A5E1D}" destId="{0D39A8D9-8D95-45C5-AE79-93DAB70901F6}" srcOrd="0" destOrd="0" presId="urn:microsoft.com/office/officeart/2024/layout/NumberedLinearArrowProcess"/>
    <dgm:cxn modelId="{F63C0B8E-3306-4F6D-AA04-F5256DBA774B}" type="presParOf" srcId="{0D39A8D9-8D95-45C5-AE79-93DAB70901F6}" destId="{E1246E2D-2022-4050-9334-0F56DAD5C220}" srcOrd="0" destOrd="0" presId="urn:microsoft.com/office/officeart/2024/layout/NumberedLinearArrowProcess"/>
    <dgm:cxn modelId="{B2B94B83-CBB6-4ADA-82E0-1D702E6942EB}" type="presParOf" srcId="{0D39A8D9-8D95-45C5-AE79-93DAB70901F6}" destId="{14A9F4F3-46C7-4D60-92B4-058F9005F0A3}" srcOrd="1" destOrd="0" presId="urn:microsoft.com/office/officeart/2024/layout/NumberedLinearArrowProcess"/>
    <dgm:cxn modelId="{F86A5E2E-93AF-4562-8837-72316C66C384}" type="presParOf" srcId="{14A9F4F3-46C7-4D60-92B4-058F9005F0A3}" destId="{0C881A73-EE82-4CE5-A75A-2DC97CAE8A92}" srcOrd="0" destOrd="0" presId="urn:microsoft.com/office/officeart/2024/layout/NumberedLinearArrowProcess"/>
    <dgm:cxn modelId="{0A0655F7-B0A3-44AE-9F87-412959195809}" type="presParOf" srcId="{14A9F4F3-46C7-4D60-92B4-058F9005F0A3}" destId="{CC343AE4-474F-4CD5-8A97-E6A60600B940}" srcOrd="1" destOrd="0" presId="urn:microsoft.com/office/officeart/2024/layout/NumberedLinearArrowProcess"/>
    <dgm:cxn modelId="{04DED583-2692-4119-81E2-A5F129BC4C3C}" type="presParOf" srcId="{14A9F4F3-46C7-4D60-92B4-058F9005F0A3}" destId="{A593D699-72F7-47C7-974D-92D8FEB02CBA}" srcOrd="2" destOrd="0" presId="urn:microsoft.com/office/officeart/2024/layout/NumberedLinearArrowProcess"/>
    <dgm:cxn modelId="{2C8F3460-173A-4E48-97AE-5FE1DE1E650C}" type="presParOf" srcId="{14A9F4F3-46C7-4D60-92B4-058F9005F0A3}" destId="{922F5512-7B1A-464D-9C84-F0DAB2058CF5}" srcOrd="3" destOrd="0" presId="urn:microsoft.com/office/officeart/2024/layout/NumberedLinearArrowProcess"/>
    <dgm:cxn modelId="{8E815219-4D7A-4004-9A71-A37AB1781BDD}" type="presParOf" srcId="{14A9F4F3-46C7-4D60-92B4-058F9005F0A3}" destId="{A11FF7B3-A58F-4692-BF2E-330578CE16A7}" srcOrd="4" destOrd="0" presId="urn:microsoft.com/office/officeart/2024/layout/NumberedLinearArrowProcess"/>
    <dgm:cxn modelId="{36E924E0-EE85-4BA9-B507-C13336B32D56}" type="presParOf" srcId="{0D39A8D9-8D95-45C5-AE79-93DAB70901F6}" destId="{BF96C9EB-7569-4355-9CBC-5FCE376EA7C0}" srcOrd="2" destOrd="0" presId="urn:microsoft.com/office/officeart/2024/layout/NumberedLinearArrowProcess"/>
    <dgm:cxn modelId="{D943CAC0-B975-45C2-B470-9EB064E86099}" type="presParOf" srcId="{54B911D2-A71F-4749-A0F4-1A919F2A5E1D}" destId="{B249C5E8-9556-4693-831B-7CF9994CF3E2}" srcOrd="1" destOrd="0" presId="urn:microsoft.com/office/officeart/2024/layout/NumberedLinearArrowProcess"/>
    <dgm:cxn modelId="{F8D67053-B322-4642-97E8-7C4CF8F99D7F}" type="presParOf" srcId="{54B911D2-A71F-4749-A0F4-1A919F2A5E1D}" destId="{AE8A970B-AAF3-4C6A-8D19-4CA3F011819B}" srcOrd="2" destOrd="0" presId="urn:microsoft.com/office/officeart/2024/layout/NumberedLinearArrowProcess"/>
    <dgm:cxn modelId="{EE097AAF-2E05-4478-AA2E-ED0C5E29962C}" type="presParOf" srcId="{AE8A970B-AAF3-4C6A-8D19-4CA3F011819B}" destId="{61DE215A-2885-403C-955F-8370873FBF67}" srcOrd="0" destOrd="0" presId="urn:microsoft.com/office/officeart/2024/layout/NumberedLinearArrowProcess"/>
    <dgm:cxn modelId="{9D08F95B-0E11-44A6-AEB5-1B0DB254E0DA}" type="presParOf" srcId="{AE8A970B-AAF3-4C6A-8D19-4CA3F011819B}" destId="{9D7A3B19-3C0E-4B54-A336-0C013E803A13}" srcOrd="1" destOrd="0" presId="urn:microsoft.com/office/officeart/2024/layout/NumberedLinearArrowProcess"/>
    <dgm:cxn modelId="{B116C542-D764-46EA-A673-9B260C6709A3}" type="presParOf" srcId="{9D7A3B19-3C0E-4B54-A336-0C013E803A13}" destId="{00386A80-DFEE-4070-807B-10D1E7922747}" srcOrd="0" destOrd="0" presId="urn:microsoft.com/office/officeart/2024/layout/NumberedLinearArrowProcess"/>
    <dgm:cxn modelId="{744C1CCC-836B-41C3-9B2C-7436ED0D8652}" type="presParOf" srcId="{9D7A3B19-3C0E-4B54-A336-0C013E803A13}" destId="{3DE27473-1B1A-426C-A6B4-26C1067DDD8D}" srcOrd="1" destOrd="0" presId="urn:microsoft.com/office/officeart/2024/layout/NumberedLinearArrowProcess"/>
    <dgm:cxn modelId="{BB1A354C-37BB-4063-AD6B-3C163DC400D8}" type="presParOf" srcId="{9D7A3B19-3C0E-4B54-A336-0C013E803A13}" destId="{73EF6164-3A5D-401C-A341-9B60445CF3C9}" srcOrd="2" destOrd="0" presId="urn:microsoft.com/office/officeart/2024/layout/NumberedLinearArrowProcess"/>
    <dgm:cxn modelId="{DF9CA17B-B714-4CF7-921E-A7E13AE66C3E}" type="presParOf" srcId="{9D7A3B19-3C0E-4B54-A336-0C013E803A13}" destId="{2E995BCB-C021-4E79-A550-019D8530AAE0}" srcOrd="3" destOrd="0" presId="urn:microsoft.com/office/officeart/2024/layout/NumberedLinearArrowProcess"/>
    <dgm:cxn modelId="{C03EF8FF-E846-4939-B54F-D8334A2E688F}" type="presParOf" srcId="{9D7A3B19-3C0E-4B54-A336-0C013E803A13}" destId="{746AE80C-34B4-49AE-9FDD-807BCC7FC18C}" srcOrd="4" destOrd="0" presId="urn:microsoft.com/office/officeart/2024/layout/NumberedLinearArrowProcess"/>
    <dgm:cxn modelId="{DCF9746F-E6A8-4B57-8529-96E3696972B9}" type="presParOf" srcId="{AE8A970B-AAF3-4C6A-8D19-4CA3F011819B}" destId="{53111B5C-5B76-4055-B4C4-AFCCB756ECE9}" srcOrd="2" destOrd="0" presId="urn:microsoft.com/office/officeart/2024/layout/NumberedLinearArrowProcess"/>
    <dgm:cxn modelId="{D4A4CB9E-00E9-4700-95FB-FCBD7F3F9C2F}" type="presParOf" srcId="{54B911D2-A71F-4749-A0F4-1A919F2A5E1D}" destId="{188133D4-5AF1-4174-B083-A1BAC43A3D96}" srcOrd="3" destOrd="0" presId="urn:microsoft.com/office/officeart/2024/layout/NumberedLinearArrowProcess"/>
    <dgm:cxn modelId="{B5DEEF15-5B4C-4690-ABCD-4ECD01320FF6}" type="presParOf" srcId="{54B911D2-A71F-4749-A0F4-1A919F2A5E1D}" destId="{3F1AA6AE-8201-403E-8CB0-CAA7680916B3}" srcOrd="4" destOrd="0" presId="urn:microsoft.com/office/officeart/2024/layout/NumberedLinearArrowProcess"/>
    <dgm:cxn modelId="{3317428C-0839-461B-A70F-02DA893282CA}" type="presParOf" srcId="{3F1AA6AE-8201-403E-8CB0-CAA7680916B3}" destId="{D5479D33-301B-4844-98AF-6BC55C6A9C4F}" srcOrd="0" destOrd="0" presId="urn:microsoft.com/office/officeart/2024/layout/NumberedLinearArrowProcess"/>
    <dgm:cxn modelId="{FABDBBAD-EEDA-4DD0-B6A2-C5C6A5CEC7F0}" type="presParOf" srcId="{3F1AA6AE-8201-403E-8CB0-CAA7680916B3}" destId="{584FB7BE-D924-45D6-B774-FCEF3581BA69}" srcOrd="1" destOrd="0" presId="urn:microsoft.com/office/officeart/2024/layout/NumberedLinearArrowProcess"/>
    <dgm:cxn modelId="{0ADF7C27-D44D-4788-A38F-078E76C93198}" type="presParOf" srcId="{584FB7BE-D924-45D6-B774-FCEF3581BA69}" destId="{A1134B60-27F8-4ADD-BEBE-9DB792BE3435}" srcOrd="0" destOrd="0" presId="urn:microsoft.com/office/officeart/2024/layout/NumberedLinearArrowProcess"/>
    <dgm:cxn modelId="{A3B8C304-70AF-4676-BC64-4AEC77CBCF72}" type="presParOf" srcId="{584FB7BE-D924-45D6-B774-FCEF3581BA69}" destId="{91B1A91C-D521-4627-B8D0-AF7456A965C5}" srcOrd="1" destOrd="0" presId="urn:microsoft.com/office/officeart/2024/layout/NumberedLinearArrowProcess"/>
    <dgm:cxn modelId="{9FF581AB-39D4-488C-BAAC-A1C59EA75056}" type="presParOf" srcId="{584FB7BE-D924-45D6-B774-FCEF3581BA69}" destId="{0C51BF91-2EEB-45E6-ADBE-0C767D213C90}" srcOrd="2" destOrd="0" presId="urn:microsoft.com/office/officeart/2024/layout/NumberedLinearArrowProcess"/>
    <dgm:cxn modelId="{C7F515BA-7FA6-4FDD-91AB-D0291A8DC955}" type="presParOf" srcId="{584FB7BE-D924-45D6-B774-FCEF3581BA69}" destId="{2EC2E996-339E-4D38-AD22-9A238EC2E355}" srcOrd="3" destOrd="0" presId="urn:microsoft.com/office/officeart/2024/layout/NumberedLinearArrowProcess"/>
    <dgm:cxn modelId="{1019B132-F842-4CBD-A933-B426D419F799}" type="presParOf" srcId="{584FB7BE-D924-45D6-B774-FCEF3581BA69}" destId="{ECBFBEA5-C05B-4290-A402-C226D8E53DDB}" srcOrd="4" destOrd="0" presId="urn:microsoft.com/office/officeart/2024/layout/NumberedLinearArrowProcess"/>
    <dgm:cxn modelId="{2BBBBFAC-FB4A-4D30-A581-FB9F05C2A85F}" type="presParOf" srcId="{3F1AA6AE-8201-403E-8CB0-CAA7680916B3}" destId="{7AC6B69B-88D5-4422-8EA4-5F3CE82D1680}" srcOrd="2" destOrd="0" presId="urn:microsoft.com/office/officeart/2024/layout/NumberedLinear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881A73-EE82-4CE5-A75A-2DC97CAE8A92}">
      <dsp:nvSpPr>
        <dsp:cNvPr id="0" name=""/>
        <dsp:cNvSpPr/>
      </dsp:nvSpPr>
      <dsp:spPr>
        <a:xfrm>
          <a:off x="1953373" y="516616"/>
          <a:ext cx="1239750"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C343AE4-474F-4CD5-8A97-E6A60600B940}">
      <dsp:nvSpPr>
        <dsp:cNvPr id="0" name=""/>
        <dsp:cNvSpPr/>
      </dsp:nvSpPr>
      <dsp:spPr>
        <a:xfrm>
          <a:off x="3086859" y="372133"/>
          <a:ext cx="162938" cy="305969"/>
        </a:xfrm>
        <a:prstGeom prst="chevron">
          <a:avLst>
            <a:gd name="adj" fmla="val 9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kern="1200"/>
            <a:t>Memorial Sloan Kettering Cancer (MSK) IMPACT, MET, and CHORD</a:t>
          </a:r>
        </a:p>
      </dsp:txBody>
      <dsp:txXfrm>
        <a:off x="225986" y="1743915"/>
        <a:ext cx="3100558" cy="1404172"/>
      </dsp:txXfrm>
    </dsp:sp>
    <dsp:sp modelId="{A593D699-72F7-47C7-974D-92D8FEB02CBA}">
      <dsp:nvSpPr>
        <dsp:cNvPr id="0" name=""/>
        <dsp:cNvSpPr/>
      </dsp:nvSpPr>
      <dsp:spPr>
        <a:xfrm>
          <a:off x="1259691" y="78"/>
          <a:ext cx="1033149" cy="1033149"/>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92" tIns="40092" rIns="40092" bIns="40092" numCol="1" spcCol="1270" anchor="ctr" anchorCtr="0">
          <a:noAutofit/>
        </a:bodyPr>
        <a:lstStyle/>
        <a:p>
          <a:pPr marL="0" lvl="0" indent="0" algn="ctr" defTabSz="2044700">
            <a:lnSpc>
              <a:spcPct val="90000"/>
            </a:lnSpc>
            <a:spcBef>
              <a:spcPct val="0"/>
            </a:spcBef>
            <a:spcAft>
              <a:spcPct val="35000"/>
            </a:spcAft>
            <a:buNone/>
          </a:pPr>
          <a:r>
            <a:rPr lang="en-US" sz="4600" kern="1200"/>
            <a:t>1</a:t>
          </a:r>
        </a:p>
      </dsp:txBody>
      <dsp:txXfrm>
        <a:off x="1410992" y="151379"/>
        <a:ext cx="730547" cy="730547"/>
      </dsp:txXfrm>
    </dsp:sp>
    <dsp:sp modelId="{A11FF7B3-A58F-4692-BF2E-330578CE16A7}">
      <dsp:nvSpPr>
        <dsp:cNvPr id="0" name=""/>
        <dsp:cNvSpPr/>
      </dsp:nvSpPr>
      <dsp:spPr>
        <a:xfrm>
          <a:off x="1776230" y="1105210"/>
          <a:ext cx="72" cy="594940"/>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F96C9EB-7569-4355-9CBC-5FCE376EA7C0}">
      <dsp:nvSpPr>
        <dsp:cNvPr id="0" name=""/>
        <dsp:cNvSpPr/>
      </dsp:nvSpPr>
      <dsp:spPr>
        <a:xfrm>
          <a:off x="182300" y="1700229"/>
          <a:ext cx="3187930" cy="149154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kern="1200"/>
            <a:t>Memorial Sloan Kettering Cancer (MSK) IMPACT, MET, and CHORD</a:t>
          </a:r>
        </a:p>
      </dsp:txBody>
      <dsp:txXfrm>
        <a:off x="225986" y="1743915"/>
        <a:ext cx="3100558" cy="1404172"/>
      </dsp:txXfrm>
    </dsp:sp>
    <dsp:sp modelId="{00386A80-DFEE-4070-807B-10D1E7922747}">
      <dsp:nvSpPr>
        <dsp:cNvPr id="0" name=""/>
        <dsp:cNvSpPr/>
      </dsp:nvSpPr>
      <dsp:spPr>
        <a:xfrm>
          <a:off x="3547338" y="516543"/>
          <a:ext cx="3187930"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DE27473-1B1A-426C-A6B4-26C1067DDD8D}">
      <dsp:nvSpPr>
        <dsp:cNvPr id="0" name=""/>
        <dsp:cNvSpPr/>
      </dsp:nvSpPr>
      <dsp:spPr>
        <a:xfrm>
          <a:off x="6629003" y="372059"/>
          <a:ext cx="162938" cy="306036"/>
        </a:xfrm>
        <a:prstGeom prst="chevron">
          <a:avLst>
            <a:gd name="adj" fmla="val 9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b="1" kern="1200" dirty="0"/>
            <a:t>Data exploration reshaped our question </a:t>
          </a:r>
        </a:p>
      </dsp:txBody>
      <dsp:txXfrm>
        <a:off x="3768131" y="1743915"/>
        <a:ext cx="3100558" cy="1404172"/>
      </dsp:txXfrm>
    </dsp:sp>
    <dsp:sp modelId="{73EF6164-3A5D-401C-A341-9B60445CF3C9}">
      <dsp:nvSpPr>
        <dsp:cNvPr id="0" name=""/>
        <dsp:cNvSpPr/>
      </dsp:nvSpPr>
      <dsp:spPr>
        <a:xfrm>
          <a:off x="4801835" y="4"/>
          <a:ext cx="1033149" cy="1033149"/>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92" tIns="40092" rIns="40092" bIns="40092" numCol="1" spcCol="1270" anchor="ctr" anchorCtr="0">
          <a:noAutofit/>
        </a:bodyPr>
        <a:lstStyle/>
        <a:p>
          <a:pPr marL="0" lvl="0" indent="0" algn="ctr" defTabSz="2044700">
            <a:lnSpc>
              <a:spcPct val="90000"/>
            </a:lnSpc>
            <a:spcBef>
              <a:spcPct val="0"/>
            </a:spcBef>
            <a:spcAft>
              <a:spcPct val="35000"/>
            </a:spcAft>
            <a:buNone/>
          </a:pPr>
          <a:r>
            <a:rPr lang="en-US" sz="4600" kern="1200"/>
            <a:t>2</a:t>
          </a:r>
          <a:endParaRPr lang="en-US" sz="4600" kern="1200" dirty="0"/>
        </a:p>
      </dsp:txBody>
      <dsp:txXfrm>
        <a:off x="4953136" y="151305"/>
        <a:ext cx="730547" cy="730547"/>
      </dsp:txXfrm>
    </dsp:sp>
    <dsp:sp modelId="{746AE80C-34B4-49AE-9FDD-807BCC7FC18C}">
      <dsp:nvSpPr>
        <dsp:cNvPr id="0" name=""/>
        <dsp:cNvSpPr/>
      </dsp:nvSpPr>
      <dsp:spPr>
        <a:xfrm>
          <a:off x="5318374" y="1105153"/>
          <a:ext cx="72" cy="595071"/>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3111B5C-5B76-4055-B4C4-AFCCB756ECE9}">
      <dsp:nvSpPr>
        <dsp:cNvPr id="0" name=""/>
        <dsp:cNvSpPr/>
      </dsp:nvSpPr>
      <dsp:spPr>
        <a:xfrm>
          <a:off x="3724445" y="1700229"/>
          <a:ext cx="3187930" cy="149154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b="1" kern="1200" dirty="0"/>
            <a:t>Data exploration reshaped our question </a:t>
          </a:r>
        </a:p>
      </dsp:txBody>
      <dsp:txXfrm>
        <a:off x="3768131" y="1743915"/>
        <a:ext cx="3100558" cy="1404172"/>
      </dsp:txXfrm>
    </dsp:sp>
    <dsp:sp modelId="{A1134B60-27F8-4ADD-BEBE-9DB792BE3435}">
      <dsp:nvSpPr>
        <dsp:cNvPr id="0" name=""/>
        <dsp:cNvSpPr/>
      </dsp:nvSpPr>
      <dsp:spPr>
        <a:xfrm>
          <a:off x="7089482" y="516538"/>
          <a:ext cx="1771072"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C51BF91-2EEB-45E6-ADBE-0C767D213C90}">
      <dsp:nvSpPr>
        <dsp:cNvPr id="0" name=""/>
        <dsp:cNvSpPr/>
      </dsp:nvSpPr>
      <dsp:spPr>
        <a:xfrm>
          <a:off x="8343980" y="0"/>
          <a:ext cx="1033149" cy="1033149"/>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92" tIns="40092" rIns="40092" bIns="40092" numCol="1" spcCol="1270" anchor="ctr" anchorCtr="0">
          <a:noAutofit/>
        </a:bodyPr>
        <a:lstStyle/>
        <a:p>
          <a:pPr marL="0" lvl="0" indent="0" algn="ctr" defTabSz="2044700">
            <a:lnSpc>
              <a:spcPct val="90000"/>
            </a:lnSpc>
            <a:spcBef>
              <a:spcPct val="0"/>
            </a:spcBef>
            <a:spcAft>
              <a:spcPct val="35000"/>
            </a:spcAft>
            <a:buNone/>
          </a:pPr>
          <a:r>
            <a:rPr lang="en-US" sz="4600" kern="1200"/>
            <a:t>3</a:t>
          </a:r>
        </a:p>
      </dsp:txBody>
      <dsp:txXfrm>
        <a:off x="8495281" y="151301"/>
        <a:ext cx="730547" cy="730547"/>
      </dsp:txXfrm>
    </dsp:sp>
    <dsp:sp modelId="{ECBFBEA5-C05B-4290-A402-C226D8E53DDB}">
      <dsp:nvSpPr>
        <dsp:cNvPr id="0" name=""/>
        <dsp:cNvSpPr/>
      </dsp:nvSpPr>
      <dsp:spPr>
        <a:xfrm>
          <a:off x="8860518" y="1105149"/>
          <a:ext cx="72" cy="595079"/>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AC6B69B-88D5-4422-8EA4-5F3CE82D1680}">
      <dsp:nvSpPr>
        <dsp:cNvPr id="0" name=""/>
        <dsp:cNvSpPr/>
      </dsp:nvSpPr>
      <dsp:spPr>
        <a:xfrm>
          <a:off x="7266589" y="1700229"/>
          <a:ext cx="3187930" cy="149154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b="0" kern="1200" dirty="0"/>
            <a:t>Can we predict if </a:t>
          </a:r>
          <a:r>
            <a:rPr lang="en-US" sz="1700" b="1" kern="1200" dirty="0"/>
            <a:t>a sample was collected pre- or post- treatment</a:t>
          </a:r>
          <a:r>
            <a:rPr lang="en-US" sz="1700" b="0" kern="1200" dirty="0"/>
            <a:t>? Using SHAP, </a:t>
          </a:r>
          <a:r>
            <a:rPr lang="en-US" sz="1700" b="1" kern="1200" dirty="0"/>
            <a:t>what features will our model use </a:t>
          </a:r>
          <a:r>
            <a:rPr lang="en-US" sz="1700" b="0" kern="1200" dirty="0"/>
            <a:t>to make a prediction?</a:t>
          </a:r>
        </a:p>
      </dsp:txBody>
      <dsp:txXfrm>
        <a:off x="7310275" y="1743915"/>
        <a:ext cx="3100558" cy="1404172"/>
      </dsp:txXfrm>
    </dsp:sp>
  </dsp:spTree>
</dsp:drawing>
</file>

<file path=ppt/diagrams/layout1.xml><?xml version="1.0" encoding="utf-8"?>
<dgm:layoutDef xmlns:dgm="http://schemas.openxmlformats.org/drawingml/2006/diagram" xmlns:a="http://schemas.openxmlformats.org/drawingml/2006/main" uniqueId="urn:microsoft.com/office/officeart/2024/layout/NumberedLinearArrowProcess">
  <dgm:title val=""/>
  <dgm:desc val=""/>
  <dgm:catLst>
    <dgm:cat type="process" pri="1700"/>
  </dgm:catLst>
  <dgm:sampData>
    <dgm:dataModel>
      <dgm:ptLst>
        <dgm:pt modelId="0" type="doc"/>
        <dgm:pt modelId="1">
          <dgm:prSet phldr="1"/>
        </dgm:pt>
        <dgm:pt modelId="2">
          <dgm:prSet phldr="1"/>
        </dgm:pt>
        <dgm:pt modelId="3">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3" destOrd="0" sibTransId="301"/>
      </dgm:cxnLst>
      <dgm:bg/>
      <dgm:whole/>
    </dgm:dataModel>
  </dgm:sampData>
  <dgm:style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linearFlow">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w" for="ch" forName="compositeNode" refType="w"/>
      <dgm:constr type="h" for="ch" forName="compositeNode" op="equ"/>
      <dgm:constr type="w" for="ch" forName="sibTransComposite" refType="w" refFor="ch" refForName="compositeNode" fact="0"/>
      <dgm:constr type="w" for="des" forName="parTx"/>
      <dgm:constr type="h" for="des" forName="parTx" op="equ"/>
      <dgm:constr type="h" for="des" forName="parSh" op="equ"/>
      <dgm:constr type="w" for="des" forName="nodeText"/>
      <dgm:constr type="h" for="des" forName="nodeText" op="equ"/>
      <dgm:constr type="w" for="des" forName="parSh"/>
      <dgm:constr type="w" for="des" forName="parSh" op="equ"/>
      <dgm:constr type="primFontSz" for="des" forName="parTx" val="29"/>
      <dgm:constr type="primFontSz" for="des" forName="parTx" op="equ"/>
      <dgm:constr type="primFontSz" for="des" forName="parSh" op="equ"/>
      <dgm:constr type="primFontSz" for="des" forName="nodeText" op="equ"/>
      <dgm:constr type="secFontSz" for="des" forName="nodeText" op="equ"/>
      <dgm:constr type="primFontSz" for="des" forName="sibTransNodeCircle" op="equ"/>
      <dgm:constr type="h" for="des" forName="sibTransNodeCircle" op="equ"/>
      <dgm:constr type="w" for="des" forName="sibTransNodeCircle" op="equ"/>
      <dgm:constr type="h" for="des" forName="parTx" refType="primFontSz" refFor="des" refForName="parTx" fact="1.5"/>
      <dgm:constr type="h" for="ch" forName="compositeNode" refType="h"/>
      <dgm:constr type="h" for="des" forName="parSh" refType="w"/>
      <dgm:constr type="h" for="des" forName="nodeText" refType="primFontSz" refFor="des" refForName="parTx" fact="1.7"/>
      <dgm:constr type="h" for="des" forName="parSh" refType="h" refFor="des" refForName="parTx" op="lte" fact="1.2"/>
      <dgm:constr type="h" for="des" forName="parSh" refType="h" refFor="des" refForName="parTx" op="gte" fact="1.2"/>
    </dgm:constrLst>
    <dgm:ruleLst>
      <dgm:rule type="primFontSz" for="des" forName="parSh" val="5" fact="NaN" max="NaN"/>
    </dgm:ruleLst>
    <dgm:forEach name="Name3" axis="ch" ptType="node">
      <dgm:layoutNode name="compositeNode">
        <dgm:alg type="composite"/>
        <dgm:shape xmlns:r="http://schemas.openxmlformats.org/officeDocument/2006/relationships" r:blip="">
          <dgm:adjLst/>
        </dgm:shape>
        <dgm:presOf/>
        <dgm:choose name="Name004">
          <dgm:if name="Name5" axis="self" ptType="node" func="cnt" op="equ" val="0">
            <dgm:constrLst>
              <dgm:constr type="w" for="ch" forName="parTx" refType="w"/>
              <dgm:constr type="w" for="ch" forName="parSh" refType="w" refFor="ch" refForName="parTx"/>
              <dgm:constr type="w" for="ch" forName="nodeText" refType="w" refFor="ch" refForName="parTx"/>
              <dgm:constr type="ctrX" for="ch" forName="nodeText" refType="w" fact="0.5"/>
              <dgm:constr type="t" for="ch" forName="nodeText" refType="b" refFor="ch" refForName="parSh"/>
            </dgm:constrLst>
          </dgm:if>
          <dgm:else name="Name6">
            <dgm:constrLst>
              <dgm:constr type="w" for="ch" forName="parTx" refType="w"/>
              <dgm:constr type="w" for="ch" forName="parSh" refType="w" refFor="ch" refForName="parTx"/>
              <dgm:constr type="w" for="ch" forName="nodeText" refType="w" refFor="ch" refForName="parTx" fact="0.9"/>
              <dgm:constr type="ctrX" for="ch" forName="nodeText" refType="w" fact="0.5"/>
              <dgm:constr type="t" for="ch" forName="nodeText" refType="b" refFor="ch" refForName="parSh"/>
            </dgm:constrLst>
          </dgm:else>
        </dgm:choose>
        <dgm:ruleLst>
          <dgm:rule type="h" val="INF" fact="NaN" max="NaN"/>
        </dgm:ruleLst>
        <dgm:layoutNode name="parTx">
          <dgm:varLst>
            <dgm:chMax val="0"/>
            <dgm:chPref val="0"/>
            <dgm:bulletEnabled val="1"/>
          </dgm:varLst>
          <dgm:alg type="tx"/>
          <dgm:shape xmlns:r="http://schemas.openxmlformats.org/officeDocument/2006/relationships" type="rect" r:blip="" zOrderOff="1" hideGeom="1">
            <dgm:adjLst/>
          </dgm:shape>
          <dgm:presOf/>
          <dgm:constrLst>
            <dgm:constr type="h" refType="w" op="lte" fact="0.4"/>
            <dgm:constr type="h"/>
          </dgm:constrLst>
          <dgm:ruleLst>
            <dgm:rule type="h" val="INF" fact="NaN" max="NaN"/>
          </dgm:ruleLst>
        </dgm:layoutNode>
        <dgm:layoutNode name="parSh">
          <dgm:alg type="composite"/>
          <dgm:shape xmlns:r="http://schemas.openxmlformats.org/officeDocument/2006/relationships" r:blip="">
            <dgm:adjLst/>
          </dgm:shape>
          <dgm:presOf axis="self" ptType="node"/>
          <dgm:choose name="casesForFirstAndLastNode">
            <dgm:if name="ifFirstNode" axis="self" ptType="node" func="pos" op="equ" val="1">
              <dgm:choose name="removeLineWhenOnlyOneNode">
                <dgm:if name="ifOnlyOneNode" axis="followSib" ptType="node" func="cnt" op="equ" val="0">
                  <dgm:constrLst>
                    <dgm:constr type="h"/>
                    <dgm:constr type="h" for="ch" forName="lineNode" val="0.002"/>
                    <dgm:constr type="w" for="ch" forName="lineNode" refType="w" fact="0"/>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ifMoreThanOneNode">
                  <dgm:choose name="firstNodeDirChoose">
                    <dgm:if name="firstNodeDirNorm" func="var" arg="dir" op="equ" val="norm">
                      <dgm:constrLst>
                        <dgm:constr type="h"/>
                        <dgm:constr type="h" for="ch" forName="lineNode" val="0.002"/>
                        <dgm:constr type="w" for="ch" forName="lineNode" refType="w" fact="0.35"/>
                        <dgm:constr type="l" for="ch" forName="lineNode" refType="w" fact="0.55"/>
                        <dgm:constr type="w" for="ch" forName="lineArrowNode" refType="w" fact="0.046"/>
                        <dgm:constr type="h" for="ch" forName="lineArrowNode" refType="h" fact="0.18"/>
                        <dgm:constr type="l" for="ch" forName="lineArrowNode" refType="w" fact="0.87"/>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firstNodeDirRev">
                      <dgm:constrLst>
                        <dgm:constr type="h"/>
                        <dgm:constr type="h" for="ch" forName="lineNode" val="0.002"/>
                        <dgm:constr type="w" for="ch" forName="lineNode" refType="w" fact="0.35"/>
                        <dgm:constr type="l" for="ch" forName="lineNode" refType="w" fact="0.1"/>
                        <dgm:constr type="w" for="ch" forName="lineArrowNode" refType="w" fact="0.046"/>
                        <dgm:constr type="h" for="ch" forName="lineArrowNode" refType="h" fact="0.18"/>
                        <dgm:constr type="l" for="ch" forName="lineArrowNode" refType="w" fact="0.084"/>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else>
              </dgm:choose>
            </dgm:if>
            <dgm:if name="ifLastNode" axis="self" ptType="node" func="revPos" op="equ" val="1">
              <dgm:choose name="lastNodeDirChoose">
                <dgm:if name="lastNodeDirNorm" func="var" arg="dir" op="equ" val="norm">
                  <dgm:constrLst>
                    <dgm:constr type="h"/>
                    <dgm:constr type="h" for="ch" forName="lineNode" val="0.002"/>
                    <dgm:constr type="w" for="ch" forName="lineNode" refType="w" fact="0.5"/>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lastNodeDirRev">
                  <dgm:constrLst>
                    <dgm:constr type="h"/>
                    <dgm:constr type="h" for="ch" forName="lineNode" val="0.002"/>
                    <dgm:constr type="w" for="ch" forName="lineNode" refType="w" fact="0.5"/>
                    <dgm:constr type="l" for="ch" forName="lineNode" refType="w" fact="0.5"/>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if>
            <dgm:else name="allOtherNodes">
              <dgm:choose name="middleNodeDirChoose">
                <dgm:if name="middleNodeDirNorm" func="var" arg="dir" op="equ" val="norm">
                  <dgm:constrLst>
                    <dgm:constr type="h"/>
                    <dgm:constr type="h" for="ch" forName="lineNode" val="0.002"/>
                    <dgm:constr type="w" for="ch" forName="lineNode" refType="w" fact="0.9"/>
                    <dgm:constr type="w" for="ch" forName="lineArrowNode" refType="w" fact="0.046"/>
                    <dgm:constr type="h" for="ch" forName="lineArrowNode" refType="h" fact="0.18"/>
                    <dgm:constr type="l" for="ch" forName="lineArrowNode" refType="w" fact="0.87"/>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middleNodeDirRev">
                  <dgm:constrLst>
                    <dgm:constr type="h"/>
                    <dgm:constr type="h" for="ch" forName="lineNode" val="0.002"/>
                    <dgm:constr type="w" for="ch" forName="lineNode" refType="w" fact="0.9"/>
                    <dgm:constr type="l" for="ch" forName="lineNode" refType="w" fact="0.1"/>
                    <dgm:constr type="w" for="ch" forName="lineArrowNode" refType="w" fact="0.046"/>
                    <dgm:constr type="h" for="ch" forName="lineArrowNode" refType="h" fact="0.18"/>
                    <dgm:constr type="l" for="ch" forName="lineArrowNode" refType="w" fact="0.084"/>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else>
          </dgm:choose>
          <dgm:layoutNode name="lineNode" styleLbl="alignNode1">
            <dgm:alg type="sp"/>
            <dgm:shape xmlns:r="http://schemas.openxmlformats.org/officeDocument/2006/relationships" type="rect" r:blip="">
              <dgm:adjLst/>
            </dgm:shape>
            <dgm:presOf/>
            <dgm:constrLst/>
            <dgm:ruleLst/>
          </dgm:layoutNode>
          <dgm:layoutNode name="lineArrowNode" styleLbl="alignNode1">
            <dgm:alg type="sp"/>
            <dgm:choose name="arrowDirChoose">
              <dgm:if name="arrowNorm" func="var" arg="dir" op="equ" val="norm">
                <dgm:shape xmlns:r="http://schemas.openxmlformats.org/officeDocument/2006/relationships" type="chevron" r:blip="">
                  <dgm:adjLst>
                    <dgm:adj idx="1" val="0.9"/>
                  </dgm:adjLst>
                </dgm:shape>
              </dgm:if>
              <dgm:else name="arrowRev">
                <dgm:shape xmlns:r="http://schemas.openxmlformats.org/officeDocument/2006/relationships" rot="180" type="chevron" r:blip="">
                  <dgm:adjLst>
                    <dgm:adj idx="1" val="0.9"/>
                  </dgm:adjLst>
                </dgm:shape>
              </dgm:else>
            </dgm:choose>
            <dgm:presOf axis="self" ptType="node"/>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param type="parTxRTLAlign" val="l"/>
              </dgm:alg>
              <dgm:shape xmlns:r="http://schemas.openxmlformats.org/officeDocument/2006/relationships" type="ellipse" r:blip="">
                <dgm:adjLst/>
              </dgm:shape>
              <dgm:constrLst>
                <dgm:constr type="w" refType="h" op="equ"/>
                <dgm:constr type="primFontSz" val="60"/>
                <dgm:constr type="tMarg" refType="w" fact="0.11"/>
                <dgm:constr type="lMarg" refType="w" fact="0.11"/>
                <dgm:constr type="rMarg" refType="w" fact="0.11"/>
                <dgm:constr type="bMarg" refType="w" fact="0.11"/>
              </dgm:constrLst>
              <dgm:ruleLst>
                <dgm:rule type="primFontSz" val="14" fact="NaN" max="NaN"/>
              </dgm:ruleLst>
            </dgm:layoutNode>
            <dgm:layoutNode name="spacerBetweenCircleAndCallout">
              <dgm:varLst/>
              <dgm:presOf/>
              <dgm:alg type="sp"/>
              <dgm:shape xmlns:r="http://schemas.openxmlformats.org/officeDocument/2006/relationships" r:blip="">
                <dgm:adjLst/>
              </dgm:shape>
              <dgm:constrLst/>
              <dgm:ruleLst/>
            </dgm:layoutNode>
            <dgm:layoutNode name="verticalConnector" styleLbl="alignAccFollowNode1">
              <dgm:alg type="sp"/>
              <dgm:shape xmlns:r="http://schemas.openxmlformats.org/officeDocument/2006/relationships" type="rect" r:blip="">
                <dgm:adjLst/>
              </dgm:shape>
              <dgm:presOf/>
              <dgm:constrLst/>
              <dgm:ruleLst/>
            </dgm:layoutNode>
          </dgm:forEach>
          <dgm:presOf/>
          <dgm:ruleLst/>
        </dgm:layoutNode>
        <dgm:layoutNode name="nodeText" styleLbl="fgAcc1">
          <dgm:varLst>
            <dgm:bulletEnabled val="1"/>
          </dgm:varLst>
          <dgm:alg type="tx">
            <dgm:param type="parTxLTRAlign" val="ctr"/>
            <dgm:param type="parTxRTLAlign" val="r"/>
            <dgm:param type="txAnchorVert" val="t"/>
          </dgm:alg>
          <dgm:shape xmlns:r="http://schemas.openxmlformats.org/officeDocument/2006/relationships" type="roundRect" r:blip="">
            <dgm:adjLst>
              <dgm:adj idx="1" val="0.1"/>
            </dgm:adjLst>
          </dgm:shape>
          <dgm:presOf axis="desOrSelf" ptType="node"/>
          <dgm:constrLst>
            <dgm:constr type="secFontSz" val="16"/>
            <dgm:constr type="primFontSz" val="18"/>
            <dgm:constr type="h"/>
            <dgm:constr type="tMarg" val="13"/>
            <dgm:constr type="lMarg" refType="w" fact="0.05"/>
            <dgm:constr type="rMarg" refType="w" fact="0.05"/>
            <dgm:constr type="bMarg" val="13"/>
          </dgm:constrLst>
          <dgm:ruleLst>
            <dgm:rule type="secFontSz" val="11" fact="NaN" max="NaN"/>
            <dgm:rule type="primFontSz" val="11" fact="NaN" max="NaN"/>
            <dgm:rule type="h" val="INF" fact="NaN" max="NaN"/>
          </dgm:ruleLst>
        </dgm:layoutNode>
      </dgm:layoutNode>
      <dgm:forEach name="sibTransForEach" axis="followSib" ptType="sibTrans" cnt="1">
        <dgm:layoutNode name="sibTransComposite" styleLbl="alignAccFollowNode1">
          <dgm:alg type="sp"/>
          <dgm:shape xmlns:r="http://schemas.openxmlformats.org/officeDocument/2006/relationships" r:blip="">
            <dgm:adjLst/>
          </dgm:shape>
          <dgm:ruleLst/>
        </dgm:layoutNode>
        <dgm:ruleLst>
          <dgm:rule type="h" val="INF" fact="NaN" max="NaN"/>
        </dgm:ruleLst>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554C228-F786-4CDA-808C-4C1BFF4F04CB}" type="datetimeFigureOut">
              <a:rPr lang="en-US" smtClean="0"/>
              <a:t>10/12/2026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494E22-0A06-4673-AB45-D6CF47870101}" type="slidenum">
              <a:rPr lang="en-US" smtClean="0"/>
              <a:t>‹#›</a:t>
            </a:fld>
            <a:endParaRPr lang="en-US"/>
          </a:p>
        </p:txBody>
      </p:sp>
    </p:spTree>
    <p:extLst>
      <p:ext uri="{BB962C8B-B14F-4D97-AF65-F5344CB8AC3E}">
        <p14:creationId xmlns:p14="http://schemas.microsoft.com/office/powerpoint/2010/main" val="36489570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 Today, we will present an exploration of our dataset and explain how it reshaped our question. Frame the discussion of IMPACT, MET, and CHORD as what features we have available. In each slide, explain what types of missing or incomplete data exist. </a:t>
            </a:r>
          </a:p>
        </p:txBody>
      </p:sp>
      <p:sp>
        <p:nvSpPr>
          <p:cNvPr id="4" name="Slide Number Placeholder 3"/>
          <p:cNvSpPr>
            <a:spLocks noGrp="1"/>
          </p:cNvSpPr>
          <p:nvPr>
            <p:ph type="sldNum" sz="quarter" idx="5"/>
          </p:nvPr>
        </p:nvSpPr>
        <p:spPr/>
        <p:txBody>
          <a:bodyPr/>
          <a:lstStyle/>
          <a:p>
            <a:fld id="{7D494E22-0A06-4673-AB45-D6CF47870101}" type="slidenum">
              <a:rPr lang="en-US" smtClean="0"/>
              <a:t>3</a:t>
            </a:fld>
            <a:endParaRPr lang="en-US"/>
          </a:p>
        </p:txBody>
      </p:sp>
    </p:spTree>
    <p:extLst>
      <p:ext uri="{BB962C8B-B14F-4D97-AF65-F5344CB8AC3E}">
        <p14:creationId xmlns:p14="http://schemas.microsoft.com/office/powerpoint/2010/main" val="7456976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A452C-8A63-A6BD-4900-61215612CEE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132E78C-36D7-20AC-3288-BD2A78B4EBC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D172B16-74F4-A0EE-514B-BB16A90C291E}"/>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5" name="Footer Placeholder 4">
            <a:extLst>
              <a:ext uri="{FF2B5EF4-FFF2-40B4-BE49-F238E27FC236}">
                <a16:creationId xmlns:a16="http://schemas.microsoft.com/office/drawing/2014/main" id="{D3CAC17F-097E-E093-D805-307FAD4BC57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486D2A-2EC1-A4E7-49F5-B74FA946B082}"/>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485394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4516D-99E9-87EC-F63E-C9414A6694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9EC34D-45BB-79E1-F16F-295ECCFFFF9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FCF9E5-DF70-F7D3-BEA7-9B3E1ACA7C72}"/>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5" name="Footer Placeholder 4">
            <a:extLst>
              <a:ext uri="{FF2B5EF4-FFF2-40B4-BE49-F238E27FC236}">
                <a16:creationId xmlns:a16="http://schemas.microsoft.com/office/drawing/2014/main" id="{72C8DB3A-3101-F03B-A024-8BC2326968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6C7A34-41AC-F6FB-9C3A-A7F4AA614679}"/>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1048658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D8E76-ED5A-8C70-0F7A-B949D4F6A3E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8D366B2-55E6-4D79-8B9D-8332345434A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B7B2E19-5761-F8FD-3666-BD5BD4D32927}"/>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5" name="Footer Placeholder 4">
            <a:extLst>
              <a:ext uri="{FF2B5EF4-FFF2-40B4-BE49-F238E27FC236}">
                <a16:creationId xmlns:a16="http://schemas.microsoft.com/office/drawing/2014/main" id="{FD660F42-8040-87AF-8B56-6FA8357325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AB9C58-7BC2-9833-2AFE-19D0C766C412}"/>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27658008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CBFB1-7E27-4F13-83AF-F86A0E4F21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F109AFE-E753-0267-1584-05871E9D1B6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871C7CE-FBD7-5AEE-2B92-3876ED3632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BBC79FB-D62E-7E84-E02E-1AEA7CB1F48C}"/>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6" name="Footer Placeholder 5">
            <a:extLst>
              <a:ext uri="{FF2B5EF4-FFF2-40B4-BE49-F238E27FC236}">
                <a16:creationId xmlns:a16="http://schemas.microsoft.com/office/drawing/2014/main" id="{946C040D-2F85-51D6-C1A6-6F4491F0E50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17169B-D6C2-DF60-C36C-7AF972621701}"/>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309073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E9E39-0236-DF7B-5622-ED413589501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3712C90-67A6-5649-358D-6B8030BCB6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3764D0-18C9-AE8A-205E-BD8188F73D8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6B9BD51-DED6-C0E3-A10C-69041E941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A4A954B-C7B5-A524-8A97-5C75631559C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DA0A6EE-05CA-2395-C960-C8A5CE1D9751}"/>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8" name="Footer Placeholder 7">
            <a:extLst>
              <a:ext uri="{FF2B5EF4-FFF2-40B4-BE49-F238E27FC236}">
                <a16:creationId xmlns:a16="http://schemas.microsoft.com/office/drawing/2014/main" id="{ACE6B5FA-6400-4C11-66FD-443257A08EA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267573-CFD2-7EFF-3B5A-9C592216EECE}"/>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30907462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AB394-966A-2E29-C45D-E03FD15C1EA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12BF5A-196B-67F0-1B7C-E766C7A47403}"/>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4" name="Footer Placeholder 3">
            <a:extLst>
              <a:ext uri="{FF2B5EF4-FFF2-40B4-BE49-F238E27FC236}">
                <a16:creationId xmlns:a16="http://schemas.microsoft.com/office/drawing/2014/main" id="{BA1A33AA-D462-9A59-8A59-A8D32868B89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ABAE38-F1EE-9DE5-7D19-B171F79EFE29}"/>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211815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0A37A8-814A-D803-04E8-1C9C203AEF6F}"/>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3" name="Footer Placeholder 2">
            <a:extLst>
              <a:ext uri="{FF2B5EF4-FFF2-40B4-BE49-F238E27FC236}">
                <a16:creationId xmlns:a16="http://schemas.microsoft.com/office/drawing/2014/main" id="{7E736E8C-8869-8276-B1BC-2F7A0BBD5C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8A95E63-3CD9-91FE-1AB6-7AC412151A64}"/>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16567970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D656A1-A6D3-205D-D58F-2B90C63864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7C72DE1-AA46-51B8-EBC0-F4B959A8BD8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312CADA-BAC3-DAA6-A8CB-66F742FA8D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6659C22-704E-04B3-4A5C-C3E8F54F24A3}"/>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6" name="Footer Placeholder 5">
            <a:extLst>
              <a:ext uri="{FF2B5EF4-FFF2-40B4-BE49-F238E27FC236}">
                <a16:creationId xmlns:a16="http://schemas.microsoft.com/office/drawing/2014/main" id="{92BF62E4-1F31-0229-6C35-EC3021C105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BE4CC49-A2CF-7C79-3121-DDB222E86E29}"/>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20185368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95BE9-3F32-50D3-462A-312E19D69D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FCF7B5C-0693-E25C-326F-9BAB26C0F7D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187718A-5318-EDED-596D-A505FBBC811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3FEEE2-71DC-F009-0DC3-1C273751D1E6}"/>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6" name="Footer Placeholder 5">
            <a:extLst>
              <a:ext uri="{FF2B5EF4-FFF2-40B4-BE49-F238E27FC236}">
                <a16:creationId xmlns:a16="http://schemas.microsoft.com/office/drawing/2014/main" id="{F3D575CF-0254-F478-809D-EE93327CC7F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30756A-12F1-94FF-6EDA-A82696A95566}"/>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4118662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6C95E-F10D-8167-400F-E6E03D65BFF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961F983-AA89-BE04-8CDE-CAF09139A39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4B860C-3014-3DC3-4B26-8C64F2F0BC6C}"/>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5" name="Footer Placeholder 4">
            <a:extLst>
              <a:ext uri="{FF2B5EF4-FFF2-40B4-BE49-F238E27FC236}">
                <a16:creationId xmlns:a16="http://schemas.microsoft.com/office/drawing/2014/main" id="{D09A1740-B8DB-2895-7F19-E1F7F30A108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5E8069-1238-1F77-34A1-73DF936DD6FC}"/>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35067481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02D2995-3F69-BF9D-DDE0-610E6483461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C46BEFD-7D52-A6B5-BA6E-4D3207F24C8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21DE15-8193-3A73-3839-FC9CE51F2A30}"/>
              </a:ext>
            </a:extLst>
          </p:cNvPr>
          <p:cNvSpPr>
            <a:spLocks noGrp="1"/>
          </p:cNvSpPr>
          <p:nvPr>
            <p:ph type="dt" sz="half" idx="10"/>
          </p:nvPr>
        </p:nvSpPr>
        <p:spPr/>
        <p:txBody>
          <a:bodyPr/>
          <a:lstStyle/>
          <a:p>
            <a:fld id="{D1A6739A-EBCF-4BB5-8BCB-ACC515A699E9}" type="datetimeFigureOut">
              <a:rPr lang="en-US" smtClean="0"/>
              <a:t>10/12/2026</a:t>
            </a:fld>
            <a:endParaRPr lang="en-US"/>
          </a:p>
        </p:txBody>
      </p:sp>
      <p:sp>
        <p:nvSpPr>
          <p:cNvPr id="5" name="Footer Placeholder 4">
            <a:extLst>
              <a:ext uri="{FF2B5EF4-FFF2-40B4-BE49-F238E27FC236}">
                <a16:creationId xmlns:a16="http://schemas.microsoft.com/office/drawing/2014/main" id="{843D5F0E-9E44-FFF0-F3E1-3FFA6A896E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69A834-E65A-4F47-DCB3-DD85E819D32E}"/>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1144994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38D9CC-789C-5373-6236-2743A83A01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048A765-8B22-CF14-E9FE-AD9287B5F4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891AE5-D298-5894-C575-904DB23B46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1A6739A-EBCF-4BB5-8BCB-ACC515A699E9}" type="datetimeFigureOut">
              <a:rPr lang="en-US" smtClean="0"/>
              <a:t>10/12/2026</a:t>
            </a:fld>
            <a:endParaRPr lang="en-US"/>
          </a:p>
        </p:txBody>
      </p:sp>
      <p:sp>
        <p:nvSpPr>
          <p:cNvPr id="5" name="Footer Placeholder 4">
            <a:extLst>
              <a:ext uri="{FF2B5EF4-FFF2-40B4-BE49-F238E27FC236}">
                <a16:creationId xmlns:a16="http://schemas.microsoft.com/office/drawing/2014/main" id="{823DCDA2-46DB-B8CE-A3B1-C26BC0D3F85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6112BFF-D1F9-A824-22ED-AEA235FE3B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17A62D-314D-43F4-A04A-B602656A322C}" type="slidenum">
              <a:rPr lang="en-US" smtClean="0"/>
              <a:t>‹#›</a:t>
            </a:fld>
            <a:endParaRPr lang="en-US"/>
          </a:p>
        </p:txBody>
      </p:sp>
    </p:spTree>
    <p:extLst>
      <p:ext uri="{BB962C8B-B14F-4D97-AF65-F5344CB8AC3E}">
        <p14:creationId xmlns:p14="http://schemas.microsoft.com/office/powerpoint/2010/main" val="30412719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mdpi.com/2072-6694/13/4/806" TargetMode="External"/><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hyperlink" Target="https://www.cancer.gov/publications/dictionaries/cancer-terms/def/metastasis" TargetMode="Externa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2" Type="http://schemas.microsoft.com/office/2018/10/relationships/comments" Target="../comments/modernComment_104_570DC1FC.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1"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 name="Group 13">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5" name="Freeform: Shape 14">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6" name="Freeform: Shape 15">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19E8A2D1-F3FB-456F-49C1-8E6588140325}"/>
              </a:ext>
            </a:extLst>
          </p:cNvPr>
          <p:cNvSpPr>
            <a:spLocks noGrp="1"/>
          </p:cNvSpPr>
          <p:nvPr>
            <p:ph type="ctrTitle"/>
          </p:nvPr>
        </p:nvSpPr>
        <p:spPr>
          <a:xfrm>
            <a:off x="789708" y="666351"/>
            <a:ext cx="10558405" cy="3044335"/>
          </a:xfrm>
        </p:spPr>
        <p:txBody>
          <a:bodyPr anchor="b">
            <a:normAutofit/>
          </a:bodyPr>
          <a:lstStyle/>
          <a:p>
            <a:r>
              <a:rPr lang="en-US" sz="4800" dirty="0">
                <a:solidFill>
                  <a:schemeClr val="bg1"/>
                </a:solidFill>
              </a:rPr>
              <a:t>Identifying tumor pseudo-longitudinal resistance signatures</a:t>
            </a:r>
          </a:p>
        </p:txBody>
      </p:sp>
      <p:sp>
        <p:nvSpPr>
          <p:cNvPr id="3" name="Subtitle 2">
            <a:extLst>
              <a:ext uri="{FF2B5EF4-FFF2-40B4-BE49-F238E27FC236}">
                <a16:creationId xmlns:a16="http://schemas.microsoft.com/office/drawing/2014/main" id="{C87AC512-8BB7-6684-7D87-89B700D37CE9}"/>
              </a:ext>
            </a:extLst>
          </p:cNvPr>
          <p:cNvSpPr>
            <a:spLocks noGrp="1"/>
          </p:cNvSpPr>
          <p:nvPr>
            <p:ph type="subTitle" idx="1"/>
          </p:nvPr>
        </p:nvSpPr>
        <p:spPr>
          <a:xfrm>
            <a:off x="789708" y="3866064"/>
            <a:ext cx="10558405" cy="2234485"/>
          </a:xfrm>
        </p:spPr>
        <p:txBody>
          <a:bodyPr anchor="t">
            <a:normAutofit/>
          </a:bodyPr>
          <a:lstStyle/>
          <a:p>
            <a:r>
              <a:rPr lang="en-US" dirty="0">
                <a:solidFill>
                  <a:schemeClr val="bg1"/>
                </a:solidFill>
              </a:rPr>
              <a:t>Ben Rothschild, Shoshana </a:t>
            </a:r>
            <a:r>
              <a:rPr lang="en-US" dirty="0" err="1">
                <a:solidFill>
                  <a:schemeClr val="bg1"/>
                </a:solidFill>
              </a:rPr>
              <a:t>Stadlan</a:t>
            </a:r>
            <a:r>
              <a:rPr lang="en-US" dirty="0">
                <a:solidFill>
                  <a:schemeClr val="bg1"/>
                </a:solidFill>
              </a:rPr>
              <a:t>, and Vivian Zweig</a:t>
            </a:r>
          </a:p>
        </p:txBody>
      </p:sp>
    </p:spTree>
    <p:extLst>
      <p:ext uri="{BB962C8B-B14F-4D97-AF65-F5344CB8AC3E}">
        <p14:creationId xmlns:p14="http://schemas.microsoft.com/office/powerpoint/2010/main" val="1208273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A1C16-57EA-6262-C2D9-034761382F81}"/>
              </a:ext>
            </a:extLst>
          </p:cNvPr>
          <p:cNvSpPr>
            <a:spLocks noGrp="1"/>
          </p:cNvSpPr>
          <p:nvPr>
            <p:ph type="title"/>
          </p:nvPr>
        </p:nvSpPr>
        <p:spPr/>
        <p:txBody>
          <a:bodyPr/>
          <a:lstStyle/>
          <a:p>
            <a:r>
              <a:rPr lang="en-US" dirty="0"/>
              <a:t>Tumor recurrence and metastasis is a leading cause of cancer-related death </a:t>
            </a:r>
          </a:p>
        </p:txBody>
      </p:sp>
      <p:pic>
        <p:nvPicPr>
          <p:cNvPr id="9" name="Picture 8">
            <a:extLst>
              <a:ext uri="{FF2B5EF4-FFF2-40B4-BE49-F238E27FC236}">
                <a16:creationId xmlns:a16="http://schemas.microsoft.com/office/drawing/2014/main" id="{875A6C29-FAB3-2023-E8F4-A766A5C6F6C2}"/>
              </a:ext>
            </a:extLst>
          </p:cNvPr>
          <p:cNvPicPr>
            <a:picLocks noChangeAspect="1"/>
          </p:cNvPicPr>
          <p:nvPr/>
        </p:nvPicPr>
        <p:blipFill>
          <a:blip r:embed="rId2"/>
          <a:stretch>
            <a:fillRect/>
          </a:stretch>
        </p:blipFill>
        <p:spPr>
          <a:xfrm>
            <a:off x="567904" y="2832790"/>
            <a:ext cx="5484618" cy="2383316"/>
          </a:xfrm>
          <a:prstGeom prst="rect">
            <a:avLst/>
          </a:prstGeom>
        </p:spPr>
      </p:pic>
      <p:sp>
        <p:nvSpPr>
          <p:cNvPr id="11" name="TextBox 10">
            <a:extLst>
              <a:ext uri="{FF2B5EF4-FFF2-40B4-BE49-F238E27FC236}">
                <a16:creationId xmlns:a16="http://schemas.microsoft.com/office/drawing/2014/main" id="{F9AB8A75-ED4B-D1D7-D439-067B7755D94B}"/>
              </a:ext>
            </a:extLst>
          </p:cNvPr>
          <p:cNvSpPr txBox="1"/>
          <p:nvPr/>
        </p:nvSpPr>
        <p:spPr>
          <a:xfrm>
            <a:off x="567904" y="2067009"/>
            <a:ext cx="5457473" cy="1261884"/>
          </a:xfrm>
          <a:prstGeom prst="rect">
            <a:avLst/>
          </a:prstGeom>
          <a:noFill/>
        </p:spPr>
        <p:txBody>
          <a:bodyPr wrap="square">
            <a:spAutoFit/>
          </a:bodyPr>
          <a:lstStyle/>
          <a:p>
            <a:pPr algn="ctr" rtl="0">
              <a:buNone/>
            </a:pPr>
            <a:r>
              <a:rPr lang="en-US" sz="2000" b="1" i="0" u="none" strike="noStrike" dirty="0">
                <a:solidFill>
                  <a:schemeClr val="accent1"/>
                </a:solidFill>
                <a:effectLst/>
                <a:latin typeface="+mn-lt"/>
              </a:rPr>
              <a:t>Cancer </a:t>
            </a:r>
            <a:r>
              <a:rPr lang="en-US" sz="2000" b="1" i="0" u="none" strike="noStrike" dirty="0" err="1">
                <a:solidFill>
                  <a:schemeClr val="accent1"/>
                </a:solidFill>
                <a:effectLst/>
                <a:latin typeface="+mn-lt"/>
              </a:rPr>
              <a:t>subclonal</a:t>
            </a:r>
            <a:r>
              <a:rPr lang="en-US" sz="2000" b="1" i="0" u="none" strike="noStrike" dirty="0">
                <a:solidFill>
                  <a:schemeClr val="accent1"/>
                </a:solidFill>
                <a:effectLst/>
                <a:latin typeface="+mn-lt"/>
              </a:rPr>
              <a:t> populations drive progression, metastasis, and recurrence</a:t>
            </a:r>
            <a:endParaRPr lang="en-US" sz="2000" b="0" dirty="0">
              <a:solidFill>
                <a:schemeClr val="accent1"/>
              </a:solidFill>
              <a:effectLst/>
            </a:endParaRPr>
          </a:p>
          <a:p>
            <a:pPr>
              <a:buNone/>
            </a:pPr>
            <a:br>
              <a:rPr lang="en-US" dirty="0"/>
            </a:br>
            <a:endParaRPr lang="en-US" dirty="0"/>
          </a:p>
        </p:txBody>
      </p:sp>
      <p:sp>
        <p:nvSpPr>
          <p:cNvPr id="13" name="TextBox 12">
            <a:extLst>
              <a:ext uri="{FF2B5EF4-FFF2-40B4-BE49-F238E27FC236}">
                <a16:creationId xmlns:a16="http://schemas.microsoft.com/office/drawing/2014/main" id="{2833FE8B-0FFD-F55D-C366-618E94C174D3}"/>
              </a:ext>
            </a:extLst>
          </p:cNvPr>
          <p:cNvSpPr txBox="1"/>
          <p:nvPr/>
        </p:nvSpPr>
        <p:spPr>
          <a:xfrm>
            <a:off x="595048" y="5216106"/>
            <a:ext cx="5430329" cy="1138773"/>
          </a:xfrm>
          <a:prstGeom prst="rect">
            <a:avLst/>
          </a:prstGeom>
          <a:noFill/>
        </p:spPr>
        <p:txBody>
          <a:bodyPr wrap="square">
            <a:spAutoFit/>
          </a:bodyPr>
          <a:lstStyle/>
          <a:p>
            <a:pPr rtl="0">
              <a:buNone/>
            </a:pPr>
            <a:r>
              <a:rPr lang="en-US" sz="1600" b="0" i="0" u="sng" strike="noStrike" dirty="0">
                <a:solidFill>
                  <a:schemeClr val="tx1"/>
                </a:solidFill>
                <a:effectLst/>
                <a:latin typeface="+mn-lt"/>
                <a:hlinkClick r:id="rId3"/>
              </a:rPr>
              <a:t>Tumor Heterogeneity: A Great Barrier in the Age of Cancer Immunotherapy</a:t>
            </a:r>
            <a:r>
              <a:rPr lang="en-US" sz="1600" b="0" i="0" u="none" strike="noStrike" dirty="0">
                <a:solidFill>
                  <a:schemeClr val="tx1"/>
                </a:solidFill>
                <a:effectLst/>
                <a:latin typeface="+mn-lt"/>
              </a:rPr>
              <a:t> </a:t>
            </a:r>
            <a:endParaRPr lang="en-US" sz="1600" b="0" dirty="0">
              <a:effectLst/>
            </a:endParaRPr>
          </a:p>
          <a:p>
            <a:pPr>
              <a:buNone/>
            </a:pPr>
            <a:br>
              <a:rPr lang="en-US" dirty="0"/>
            </a:br>
            <a:endParaRPr lang="en-US" dirty="0"/>
          </a:p>
        </p:txBody>
      </p:sp>
      <p:pic>
        <p:nvPicPr>
          <p:cNvPr id="14" name="Picture 13">
            <a:extLst>
              <a:ext uri="{FF2B5EF4-FFF2-40B4-BE49-F238E27FC236}">
                <a16:creationId xmlns:a16="http://schemas.microsoft.com/office/drawing/2014/main" id="{EE70A72E-5EBC-C473-BF40-375AEE7746D7}"/>
              </a:ext>
            </a:extLst>
          </p:cNvPr>
          <p:cNvPicPr>
            <a:picLocks noChangeAspect="1"/>
          </p:cNvPicPr>
          <p:nvPr/>
        </p:nvPicPr>
        <p:blipFill>
          <a:blip r:embed="rId4"/>
          <a:stretch>
            <a:fillRect/>
          </a:stretch>
        </p:blipFill>
        <p:spPr>
          <a:xfrm>
            <a:off x="6815585" y="2067009"/>
            <a:ext cx="4807071" cy="3899854"/>
          </a:xfrm>
          <a:prstGeom prst="rect">
            <a:avLst/>
          </a:prstGeom>
        </p:spPr>
      </p:pic>
      <p:sp>
        <p:nvSpPr>
          <p:cNvPr id="16" name="TextBox 15">
            <a:extLst>
              <a:ext uri="{FF2B5EF4-FFF2-40B4-BE49-F238E27FC236}">
                <a16:creationId xmlns:a16="http://schemas.microsoft.com/office/drawing/2014/main" id="{557DD4DB-C15F-EDE4-ECD2-0682E5D4FC68}"/>
              </a:ext>
            </a:extLst>
          </p:cNvPr>
          <p:cNvSpPr txBox="1"/>
          <p:nvPr/>
        </p:nvSpPr>
        <p:spPr>
          <a:xfrm>
            <a:off x="7879150" y="5782876"/>
            <a:ext cx="2679939" cy="923330"/>
          </a:xfrm>
          <a:prstGeom prst="rect">
            <a:avLst/>
          </a:prstGeom>
          <a:noFill/>
        </p:spPr>
        <p:txBody>
          <a:bodyPr wrap="square">
            <a:spAutoFit/>
          </a:bodyPr>
          <a:lstStyle/>
          <a:p>
            <a:pPr rtl="0">
              <a:buNone/>
            </a:pPr>
            <a:r>
              <a:rPr lang="en-US" sz="1600" b="0" i="0" u="sng" strike="noStrike" dirty="0">
                <a:solidFill>
                  <a:schemeClr val="tx1"/>
                </a:solidFill>
                <a:effectLst/>
                <a:latin typeface="+mn-lt"/>
                <a:hlinkClick r:id="rId5"/>
              </a:rPr>
              <a:t>National Cancer Institute</a:t>
            </a:r>
            <a:endParaRPr lang="en-US" sz="1600" b="0" dirty="0">
              <a:effectLst/>
            </a:endParaRPr>
          </a:p>
          <a:p>
            <a:pPr>
              <a:buNone/>
            </a:pPr>
            <a:br>
              <a:rPr lang="en-US" dirty="0"/>
            </a:br>
            <a:endParaRPr lang="en-US" dirty="0"/>
          </a:p>
        </p:txBody>
      </p:sp>
      <p:sp>
        <p:nvSpPr>
          <p:cNvPr id="18" name="Arrow: Curved Down 17">
            <a:extLst>
              <a:ext uri="{FF2B5EF4-FFF2-40B4-BE49-F238E27FC236}">
                <a16:creationId xmlns:a16="http://schemas.microsoft.com/office/drawing/2014/main" id="{19AC5C9B-89AF-03DF-6E2B-C0591DDF3754}"/>
              </a:ext>
            </a:extLst>
          </p:cNvPr>
          <p:cNvSpPr/>
          <p:nvPr/>
        </p:nvSpPr>
        <p:spPr>
          <a:xfrm>
            <a:off x="5812949" y="2078080"/>
            <a:ext cx="2163610" cy="756777"/>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70702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3D9C66-E794-1424-9691-584E0051A3B0}"/>
              </a:ext>
            </a:extLst>
          </p:cNvPr>
          <p:cNvSpPr>
            <a:spLocks noGrp="1"/>
          </p:cNvSpPr>
          <p:nvPr>
            <p:ph type="title"/>
          </p:nvPr>
        </p:nvSpPr>
        <p:spPr>
          <a:xfrm>
            <a:off x="838200" y="416884"/>
            <a:ext cx="10515600" cy="1325563"/>
          </a:xfrm>
        </p:spPr>
        <p:txBody>
          <a:bodyPr>
            <a:normAutofit/>
          </a:bodyPr>
          <a:lstStyle/>
          <a:p>
            <a:pPr lvl="0"/>
            <a:r>
              <a:rPr lang="en-US" dirty="0"/>
              <a:t>What tumor subpopulations survive treatment, and where the cancer will spread? </a:t>
            </a:r>
          </a:p>
        </p:txBody>
      </p:sp>
      <p:graphicFrame>
        <p:nvGraphicFramePr>
          <p:cNvPr id="15" name="Diagram 14">
            <a:extLst>
              <a:ext uri="{FF2B5EF4-FFF2-40B4-BE49-F238E27FC236}">
                <a16:creationId xmlns:a16="http://schemas.microsoft.com/office/drawing/2014/main" id="{CB115DDF-E35C-010A-8C60-D5D57F59BAA3}"/>
              </a:ext>
            </a:extLst>
          </p:cNvPr>
          <p:cNvGraphicFramePr/>
          <p:nvPr>
            <p:extLst>
              <p:ext uri="{D42A27DB-BD31-4B8C-83A1-F6EECF244321}">
                <p14:modId xmlns:p14="http://schemas.microsoft.com/office/powerpoint/2010/main" val="1657847961"/>
              </p:ext>
            </p:extLst>
          </p:nvPr>
        </p:nvGraphicFramePr>
        <p:xfrm>
          <a:off x="777589" y="2697191"/>
          <a:ext cx="10636821" cy="31917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6" name="Arrow: Bent 15">
            <a:extLst>
              <a:ext uri="{FF2B5EF4-FFF2-40B4-BE49-F238E27FC236}">
                <a16:creationId xmlns:a16="http://schemas.microsoft.com/office/drawing/2014/main" id="{0635B63A-B6D4-3735-B2E1-90CD5FD7552F}"/>
              </a:ext>
            </a:extLst>
          </p:cNvPr>
          <p:cNvSpPr/>
          <p:nvPr/>
        </p:nvSpPr>
        <p:spPr>
          <a:xfrm flipV="1">
            <a:off x="1023667" y="1834547"/>
            <a:ext cx="791882" cy="1594449"/>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7741831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4F9DD-2089-0550-6693-5D091B53D323}"/>
              </a:ext>
            </a:extLst>
          </p:cNvPr>
          <p:cNvSpPr>
            <a:spLocks noGrp="1"/>
          </p:cNvSpPr>
          <p:nvPr>
            <p:ph type="title"/>
          </p:nvPr>
        </p:nvSpPr>
        <p:spPr/>
        <p:txBody>
          <a:bodyPr/>
          <a:lstStyle/>
          <a:p>
            <a:r>
              <a:rPr lang="en-US" dirty="0"/>
              <a:t>MSK-IMPACT is…</a:t>
            </a:r>
          </a:p>
        </p:txBody>
      </p:sp>
      <p:sp>
        <p:nvSpPr>
          <p:cNvPr id="3" name="Content Placeholder 2">
            <a:extLst>
              <a:ext uri="{FF2B5EF4-FFF2-40B4-BE49-F238E27FC236}">
                <a16:creationId xmlns:a16="http://schemas.microsoft.com/office/drawing/2014/main" id="{A93B456D-2B31-8312-A5BB-FC8C66BAB0AB}"/>
              </a:ext>
            </a:extLst>
          </p:cNvPr>
          <p:cNvSpPr>
            <a:spLocks noGrp="1"/>
          </p:cNvSpPr>
          <p:nvPr>
            <p:ph idx="1"/>
          </p:nvPr>
        </p:nvSpPr>
        <p:spPr>
          <a:xfrm>
            <a:off x="838200" y="1419225"/>
            <a:ext cx="10515600" cy="4351338"/>
          </a:xfrm>
        </p:spPr>
        <p:txBody>
          <a:bodyPr/>
          <a:lstStyle/>
          <a:p>
            <a:r>
              <a:rPr lang="en-US" dirty="0"/>
              <a:t>What is this dataset? What are the features here?</a:t>
            </a:r>
          </a:p>
          <a:p>
            <a:r>
              <a:rPr lang="en-US" dirty="0"/>
              <a:t>Define what a sample is. </a:t>
            </a:r>
          </a:p>
          <a:p>
            <a:r>
              <a:rPr lang="en-US" dirty="0"/>
              <a:t>Specifically, what mutations are we looking at?</a:t>
            </a:r>
          </a:p>
        </p:txBody>
      </p:sp>
    </p:spTree>
    <p:extLst>
      <p:ext uri="{BB962C8B-B14F-4D97-AF65-F5344CB8AC3E}">
        <p14:creationId xmlns:p14="http://schemas.microsoft.com/office/powerpoint/2010/main" val="1460519420"/>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81774-D430-3DD6-A905-6349235AF716}"/>
              </a:ext>
            </a:extLst>
          </p:cNvPr>
          <p:cNvSpPr>
            <a:spLocks noGrp="1"/>
          </p:cNvSpPr>
          <p:nvPr>
            <p:ph type="title"/>
          </p:nvPr>
        </p:nvSpPr>
        <p:spPr/>
        <p:txBody>
          <a:bodyPr/>
          <a:lstStyle/>
          <a:p>
            <a:r>
              <a:rPr lang="en-US" dirty="0"/>
              <a:t>MSK-MET is…</a:t>
            </a:r>
          </a:p>
        </p:txBody>
      </p:sp>
      <p:sp>
        <p:nvSpPr>
          <p:cNvPr id="3" name="Content Placeholder 2">
            <a:extLst>
              <a:ext uri="{FF2B5EF4-FFF2-40B4-BE49-F238E27FC236}">
                <a16:creationId xmlns:a16="http://schemas.microsoft.com/office/drawing/2014/main" id="{656DB25F-42B3-6483-1A4B-A5250E363D28}"/>
              </a:ext>
            </a:extLst>
          </p:cNvPr>
          <p:cNvSpPr>
            <a:spLocks noGrp="1"/>
          </p:cNvSpPr>
          <p:nvPr>
            <p:ph idx="1"/>
          </p:nvPr>
        </p:nvSpPr>
        <p:spPr/>
        <p:txBody>
          <a:bodyPr/>
          <a:lstStyle/>
          <a:p>
            <a:r>
              <a:rPr lang="en-US" dirty="0"/>
              <a:t>What is this dataset? What are the features here?</a:t>
            </a:r>
          </a:p>
          <a:p>
            <a:pPr marL="0" indent="0">
              <a:buNone/>
            </a:pPr>
            <a:endParaRPr lang="en-US" dirty="0"/>
          </a:p>
        </p:txBody>
      </p:sp>
    </p:spTree>
    <p:extLst>
      <p:ext uri="{BB962C8B-B14F-4D97-AF65-F5344CB8AC3E}">
        <p14:creationId xmlns:p14="http://schemas.microsoft.com/office/powerpoint/2010/main" val="6657909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F45010-FDB1-7D7A-9308-097AD0E0FE45}"/>
              </a:ext>
            </a:extLst>
          </p:cNvPr>
          <p:cNvSpPr>
            <a:spLocks noGrp="1"/>
          </p:cNvSpPr>
          <p:nvPr>
            <p:ph type="title"/>
          </p:nvPr>
        </p:nvSpPr>
        <p:spPr/>
        <p:txBody>
          <a:bodyPr/>
          <a:lstStyle/>
          <a:p>
            <a:r>
              <a:rPr lang="en-US" dirty="0"/>
              <a:t>MSK-CHORD is…</a:t>
            </a:r>
          </a:p>
        </p:txBody>
      </p:sp>
      <p:sp>
        <p:nvSpPr>
          <p:cNvPr id="3" name="Content Placeholder 2">
            <a:extLst>
              <a:ext uri="{FF2B5EF4-FFF2-40B4-BE49-F238E27FC236}">
                <a16:creationId xmlns:a16="http://schemas.microsoft.com/office/drawing/2014/main" id="{4C301E42-C30B-6BF0-D37E-973E59D22A37}"/>
              </a:ext>
            </a:extLst>
          </p:cNvPr>
          <p:cNvSpPr>
            <a:spLocks noGrp="1"/>
          </p:cNvSpPr>
          <p:nvPr>
            <p:ph idx="1"/>
          </p:nvPr>
        </p:nvSpPr>
        <p:spPr/>
        <p:txBody>
          <a:bodyPr/>
          <a:lstStyle/>
          <a:p>
            <a:r>
              <a:rPr lang="en-US" dirty="0"/>
              <a:t>What is this dataset? What are the features here?</a:t>
            </a:r>
          </a:p>
          <a:p>
            <a:endParaRPr lang="en-US" dirty="0"/>
          </a:p>
        </p:txBody>
      </p:sp>
    </p:spTree>
    <p:extLst>
      <p:ext uri="{BB962C8B-B14F-4D97-AF65-F5344CB8AC3E}">
        <p14:creationId xmlns:p14="http://schemas.microsoft.com/office/powerpoint/2010/main" val="15053893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AC6BD-AB7A-AEBF-1FDB-1B3E6AC2B7FD}"/>
              </a:ext>
            </a:extLst>
          </p:cNvPr>
          <p:cNvSpPr>
            <a:spLocks noGrp="1"/>
          </p:cNvSpPr>
          <p:nvPr>
            <p:ph type="title"/>
          </p:nvPr>
        </p:nvSpPr>
        <p:spPr/>
        <p:txBody>
          <a:bodyPr>
            <a:normAutofit/>
          </a:bodyPr>
          <a:lstStyle/>
          <a:p>
            <a:r>
              <a:rPr lang="en-US" sz="4000" dirty="0"/>
              <a:t>12,643 patients with 27 cancer types and five treatments </a:t>
            </a:r>
          </a:p>
        </p:txBody>
      </p:sp>
      <p:pic>
        <p:nvPicPr>
          <p:cNvPr id="5" name="Picture 4">
            <a:extLst>
              <a:ext uri="{FF2B5EF4-FFF2-40B4-BE49-F238E27FC236}">
                <a16:creationId xmlns:a16="http://schemas.microsoft.com/office/drawing/2014/main" id="{D16F5637-337C-774D-C6F8-3223FC5C635B}"/>
              </a:ext>
            </a:extLst>
          </p:cNvPr>
          <p:cNvPicPr>
            <a:picLocks noChangeAspect="1"/>
          </p:cNvPicPr>
          <p:nvPr/>
        </p:nvPicPr>
        <p:blipFill>
          <a:blip r:embed="rId2"/>
          <a:stretch>
            <a:fillRect/>
          </a:stretch>
        </p:blipFill>
        <p:spPr>
          <a:xfrm>
            <a:off x="819789" y="1554701"/>
            <a:ext cx="10546466" cy="5206247"/>
          </a:xfrm>
          <a:prstGeom prst="rect">
            <a:avLst/>
          </a:prstGeom>
        </p:spPr>
      </p:pic>
    </p:spTree>
    <p:extLst>
      <p:ext uri="{BB962C8B-B14F-4D97-AF65-F5344CB8AC3E}">
        <p14:creationId xmlns:p14="http://schemas.microsoft.com/office/powerpoint/2010/main" val="13911117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96E89-D4CB-246E-0934-1C7C08FB4DAF}"/>
              </a:ext>
            </a:extLst>
          </p:cNvPr>
          <p:cNvSpPr>
            <a:spLocks noGrp="1"/>
          </p:cNvSpPr>
          <p:nvPr>
            <p:ph type="title"/>
          </p:nvPr>
        </p:nvSpPr>
        <p:spPr>
          <a:xfrm>
            <a:off x="838200" y="215599"/>
            <a:ext cx="10515600" cy="1325563"/>
          </a:xfrm>
        </p:spPr>
        <p:txBody>
          <a:bodyPr>
            <a:normAutofit/>
          </a:bodyPr>
          <a:lstStyle/>
          <a:p>
            <a:r>
              <a:rPr lang="en-US" sz="4000" dirty="0"/>
              <a:t>20 metastasis sites; some are more common than others</a:t>
            </a:r>
          </a:p>
        </p:txBody>
      </p:sp>
      <p:pic>
        <p:nvPicPr>
          <p:cNvPr id="5" name="Picture 4">
            <a:extLst>
              <a:ext uri="{FF2B5EF4-FFF2-40B4-BE49-F238E27FC236}">
                <a16:creationId xmlns:a16="http://schemas.microsoft.com/office/drawing/2014/main" id="{E09BF0A2-94F6-D9FB-7854-2AD4AF8F652B}"/>
              </a:ext>
            </a:extLst>
          </p:cNvPr>
          <p:cNvPicPr>
            <a:picLocks noChangeAspect="1"/>
          </p:cNvPicPr>
          <p:nvPr/>
        </p:nvPicPr>
        <p:blipFill>
          <a:blip r:embed="rId2"/>
          <a:stretch>
            <a:fillRect/>
          </a:stretch>
        </p:blipFill>
        <p:spPr>
          <a:xfrm>
            <a:off x="2158211" y="1359396"/>
            <a:ext cx="7866673" cy="5498603"/>
          </a:xfrm>
          <a:prstGeom prst="rect">
            <a:avLst/>
          </a:prstGeom>
        </p:spPr>
      </p:pic>
    </p:spTree>
    <p:extLst>
      <p:ext uri="{BB962C8B-B14F-4D97-AF65-F5344CB8AC3E}">
        <p14:creationId xmlns:p14="http://schemas.microsoft.com/office/powerpoint/2010/main" val="29340617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1C1514-2D17-F6A9-C3B9-EDC4017BBC0C}"/>
              </a:ext>
            </a:extLst>
          </p:cNvPr>
          <p:cNvSpPr>
            <a:spLocks noGrp="1"/>
          </p:cNvSpPr>
          <p:nvPr>
            <p:ph type="title"/>
          </p:nvPr>
        </p:nvSpPr>
        <p:spPr/>
        <p:txBody>
          <a:bodyPr/>
          <a:lstStyle/>
          <a:p>
            <a:r>
              <a:rPr lang="en-US" dirty="0"/>
              <a:t>Patients have a median of five mutations</a:t>
            </a:r>
          </a:p>
        </p:txBody>
      </p:sp>
      <p:pic>
        <p:nvPicPr>
          <p:cNvPr id="5" name="Picture 4">
            <a:extLst>
              <a:ext uri="{FF2B5EF4-FFF2-40B4-BE49-F238E27FC236}">
                <a16:creationId xmlns:a16="http://schemas.microsoft.com/office/drawing/2014/main" id="{38255AA5-7FC6-3080-809D-42B84CBF4A90}"/>
              </a:ext>
            </a:extLst>
          </p:cNvPr>
          <p:cNvPicPr>
            <a:picLocks noChangeAspect="1"/>
          </p:cNvPicPr>
          <p:nvPr/>
        </p:nvPicPr>
        <p:blipFill>
          <a:blip r:embed="rId2"/>
          <a:stretch>
            <a:fillRect/>
          </a:stretch>
        </p:blipFill>
        <p:spPr>
          <a:xfrm>
            <a:off x="0" y="1674073"/>
            <a:ext cx="12192000" cy="3941654"/>
          </a:xfrm>
          <a:prstGeom prst="rect">
            <a:avLst/>
          </a:prstGeom>
        </p:spPr>
      </p:pic>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CABE2824-B058-DD1A-F964-F223D2FB5D2A}"/>
                  </a:ext>
                </a:extLst>
              </p:cNvPr>
              <p:cNvSpPr txBox="1"/>
              <p:nvPr/>
            </p:nvSpPr>
            <p:spPr>
              <a:xfrm>
                <a:off x="838200" y="5734050"/>
                <a:ext cx="10515601" cy="830997"/>
              </a:xfrm>
              <a:prstGeom prst="rect">
                <a:avLst/>
              </a:prstGeom>
              <a:noFill/>
            </p:spPr>
            <p:txBody>
              <a:bodyPr wrap="square" rtlCol="0">
                <a:spAutoFit/>
              </a:bodyPr>
              <a:lstStyle/>
              <a:p>
                <a14:m>
                  <m:oMath xmlns:m="http://schemas.openxmlformats.org/officeDocument/2006/math">
                    <m:r>
                      <a:rPr lang="en-US" sz="2400" i="1" smtClean="0">
                        <a:latin typeface="Cambria Math" panose="02040503050406030204" pitchFamily="18" charset="0"/>
                        <a:ea typeface="Cambria Math" panose="02040503050406030204" pitchFamily="18" charset="0"/>
                      </a:rPr>
                      <m:t>→</m:t>
                    </m:r>
                  </m:oMath>
                </a14:m>
                <a:r>
                  <a:rPr lang="en-US" sz="2400" dirty="0"/>
                  <a:t> If patients have a median of five mutations per sample, that we cannot define subclone populations at a high resolution</a:t>
                </a:r>
              </a:p>
            </p:txBody>
          </p:sp>
        </mc:Choice>
        <mc:Fallback>
          <p:sp>
            <p:nvSpPr>
              <p:cNvPr id="6" name="TextBox 5">
                <a:extLst>
                  <a:ext uri="{FF2B5EF4-FFF2-40B4-BE49-F238E27FC236}">
                    <a16:creationId xmlns:a16="http://schemas.microsoft.com/office/drawing/2014/main" id="{CABE2824-B058-DD1A-F964-F223D2FB5D2A}"/>
                  </a:ext>
                </a:extLst>
              </p:cNvPr>
              <p:cNvSpPr txBox="1">
                <a:spLocks noRot="1" noChangeAspect="1" noMove="1" noResize="1" noEditPoints="1" noAdjustHandles="1" noChangeArrowheads="1" noChangeShapeType="1" noTextEdit="1"/>
              </p:cNvSpPr>
              <p:nvPr/>
            </p:nvSpPr>
            <p:spPr>
              <a:xfrm>
                <a:off x="838200" y="5734050"/>
                <a:ext cx="10515601" cy="830997"/>
              </a:xfrm>
              <a:prstGeom prst="rect">
                <a:avLst/>
              </a:prstGeom>
              <a:blipFill>
                <a:blip r:embed="rId3"/>
                <a:stretch>
                  <a:fillRect l="-928" t="-5882" b="-16176"/>
                </a:stretch>
              </a:blipFill>
            </p:spPr>
            <p:txBody>
              <a:bodyPr/>
              <a:lstStyle/>
              <a:p>
                <a:r>
                  <a:rPr lang="en-US">
                    <a:noFill/>
                  </a:rPr>
                  <a:t> </a:t>
                </a:r>
              </a:p>
            </p:txBody>
          </p:sp>
        </mc:Fallback>
      </mc:AlternateContent>
    </p:spTree>
    <p:extLst>
      <p:ext uri="{BB962C8B-B14F-4D97-AF65-F5344CB8AC3E}">
        <p14:creationId xmlns:p14="http://schemas.microsoft.com/office/powerpoint/2010/main" val="15077230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13827B-8D1A-3893-4E8B-C54A7FC66AF6}"/>
              </a:ext>
            </a:extLst>
          </p:cNvPr>
          <p:cNvSpPr>
            <a:spLocks noGrp="1"/>
          </p:cNvSpPr>
          <p:nvPr>
            <p:ph type="title"/>
          </p:nvPr>
        </p:nvSpPr>
        <p:spPr>
          <a:xfrm>
            <a:off x="838200" y="-65199"/>
            <a:ext cx="10515600" cy="1325563"/>
          </a:xfrm>
        </p:spPr>
        <p:txBody>
          <a:bodyPr>
            <a:normAutofit/>
          </a:bodyPr>
          <a:lstStyle/>
          <a:p>
            <a:r>
              <a:rPr lang="en-US" sz="4000" dirty="0"/>
              <a:t>The order of clinical events varies per patient</a:t>
            </a:r>
          </a:p>
        </p:txBody>
      </p:sp>
      <p:pic>
        <p:nvPicPr>
          <p:cNvPr id="5" name="Content Placeholder 4">
            <a:extLst>
              <a:ext uri="{FF2B5EF4-FFF2-40B4-BE49-F238E27FC236}">
                <a16:creationId xmlns:a16="http://schemas.microsoft.com/office/drawing/2014/main" id="{E5055A9A-4277-8BE5-04F3-626C5FBB41E0}"/>
              </a:ext>
            </a:extLst>
          </p:cNvPr>
          <p:cNvPicPr>
            <a:picLocks noGrp="1" noChangeAspect="1"/>
          </p:cNvPicPr>
          <p:nvPr>
            <p:ph idx="1"/>
          </p:nvPr>
        </p:nvPicPr>
        <p:blipFill>
          <a:blip r:embed="rId2"/>
          <a:stretch>
            <a:fillRect/>
          </a:stretch>
        </p:blipFill>
        <p:spPr>
          <a:xfrm>
            <a:off x="282072" y="1083751"/>
            <a:ext cx="8700890" cy="5496207"/>
          </a:xfrm>
          <a:prstGeom prst="rect">
            <a:avLst/>
          </a:prstGeom>
        </p:spPr>
      </p:pic>
      <p:sp>
        <p:nvSpPr>
          <p:cNvPr id="3" name="Rectangle 2">
            <a:extLst>
              <a:ext uri="{FF2B5EF4-FFF2-40B4-BE49-F238E27FC236}">
                <a16:creationId xmlns:a16="http://schemas.microsoft.com/office/drawing/2014/main" id="{3BF11FD7-F5FF-4F1E-4ECB-02BD8F3894C3}"/>
              </a:ext>
            </a:extLst>
          </p:cNvPr>
          <p:cNvSpPr/>
          <p:nvPr/>
        </p:nvSpPr>
        <p:spPr>
          <a:xfrm>
            <a:off x="9172755" y="2444147"/>
            <a:ext cx="2829462" cy="9169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76% of patients had a sample taken pre-treatment</a:t>
            </a:r>
          </a:p>
        </p:txBody>
      </p:sp>
      <p:sp>
        <p:nvSpPr>
          <p:cNvPr id="6" name="Rectangle 5">
            <a:extLst>
              <a:ext uri="{FF2B5EF4-FFF2-40B4-BE49-F238E27FC236}">
                <a16:creationId xmlns:a16="http://schemas.microsoft.com/office/drawing/2014/main" id="{AA5CDB76-7776-2D2F-CD45-695AFF1ADFC7}"/>
              </a:ext>
            </a:extLst>
          </p:cNvPr>
          <p:cNvSpPr/>
          <p:nvPr/>
        </p:nvSpPr>
        <p:spPr>
          <a:xfrm>
            <a:off x="9172755" y="1127185"/>
            <a:ext cx="2829462" cy="11731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Q1: </a:t>
            </a:r>
            <a:r>
              <a:rPr lang="en-US" sz="1600" dirty="0"/>
              <a:t>What tumor subpopulations </a:t>
            </a:r>
            <a:r>
              <a:rPr lang="en-US" sz="1600" b="1" dirty="0"/>
              <a:t>survive treatment</a:t>
            </a:r>
            <a:r>
              <a:rPr lang="en-US" sz="1600" dirty="0"/>
              <a:t>, and where the cancer will spread?  </a:t>
            </a:r>
          </a:p>
        </p:txBody>
      </p:sp>
      <p:sp>
        <p:nvSpPr>
          <p:cNvPr id="8" name="Rectangle 7">
            <a:extLst>
              <a:ext uri="{FF2B5EF4-FFF2-40B4-BE49-F238E27FC236}">
                <a16:creationId xmlns:a16="http://schemas.microsoft.com/office/drawing/2014/main" id="{D31A1EB9-88E5-A52D-1F9E-41EF26F2FA58}"/>
              </a:ext>
            </a:extLst>
          </p:cNvPr>
          <p:cNvSpPr/>
          <p:nvPr/>
        </p:nvSpPr>
        <p:spPr>
          <a:xfrm>
            <a:off x="9172755" y="3496872"/>
            <a:ext cx="2829462" cy="10751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Therefore, </a:t>
            </a:r>
            <a:r>
              <a:rPr lang="en-US" sz="1600" b="1" dirty="0"/>
              <a:t>we cannot predict what subpopulations survive treatment </a:t>
            </a:r>
            <a:r>
              <a:rPr lang="en-US" sz="1600" dirty="0"/>
              <a:t>and </a:t>
            </a:r>
            <a:r>
              <a:rPr lang="en-US" sz="1600" b="1" dirty="0"/>
              <a:t>where they spread</a:t>
            </a:r>
            <a:r>
              <a:rPr lang="en-US" sz="1600" dirty="0"/>
              <a:t>.</a:t>
            </a:r>
          </a:p>
        </p:txBody>
      </p:sp>
      <p:sp>
        <p:nvSpPr>
          <p:cNvPr id="10" name="Rectangle 9">
            <a:extLst>
              <a:ext uri="{FF2B5EF4-FFF2-40B4-BE49-F238E27FC236}">
                <a16:creationId xmlns:a16="http://schemas.microsoft.com/office/drawing/2014/main" id="{6F122E0C-D6B7-C1E2-F313-84B1133F60DB}"/>
              </a:ext>
            </a:extLst>
          </p:cNvPr>
          <p:cNvSpPr/>
          <p:nvPr/>
        </p:nvSpPr>
        <p:spPr>
          <a:xfrm>
            <a:off x="9172755" y="4777409"/>
            <a:ext cx="2829462" cy="167632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Q2: </a:t>
            </a:r>
            <a:r>
              <a:rPr lang="en-US" sz="1600" dirty="0"/>
              <a:t>Can we predict if </a:t>
            </a:r>
            <a:r>
              <a:rPr lang="en-US" sz="1600" b="1" dirty="0"/>
              <a:t>a sample was collected pre- or post- treatment</a:t>
            </a:r>
            <a:r>
              <a:rPr lang="en-US" sz="1600" dirty="0"/>
              <a:t>? Using SHAP, </a:t>
            </a:r>
            <a:r>
              <a:rPr lang="en-US" sz="1600" b="1" dirty="0"/>
              <a:t>what features will our model use </a:t>
            </a:r>
            <a:r>
              <a:rPr lang="en-US" sz="1600" dirty="0"/>
              <a:t>to make a prediction?</a:t>
            </a:r>
          </a:p>
        </p:txBody>
      </p:sp>
    </p:spTree>
    <p:extLst>
      <p:ext uri="{BB962C8B-B14F-4D97-AF65-F5344CB8AC3E}">
        <p14:creationId xmlns:p14="http://schemas.microsoft.com/office/powerpoint/2010/main" val="20672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58A65057-91D8-7E8C-4BD2-93175EBB668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1586" y="0"/>
            <a:ext cx="8040414" cy="6858000"/>
          </a:xfrm>
          <a:prstGeom prst="rect">
            <a:avLst/>
          </a:prstGeom>
        </p:spPr>
      </p:pic>
      <p:cxnSp>
        <p:nvCxnSpPr>
          <p:cNvPr id="11" name="Straight Arrow Connector 10">
            <a:extLst>
              <a:ext uri="{FF2B5EF4-FFF2-40B4-BE49-F238E27FC236}">
                <a16:creationId xmlns:a16="http://schemas.microsoft.com/office/drawing/2014/main" id="{FE80312F-D50A-5867-C391-1812E7729013}"/>
              </a:ext>
            </a:extLst>
          </p:cNvPr>
          <p:cNvCxnSpPr>
            <a:cxnSpLocks/>
          </p:cNvCxnSpPr>
          <p:nvPr/>
        </p:nvCxnSpPr>
        <p:spPr>
          <a:xfrm>
            <a:off x="6096000" y="1922929"/>
            <a:ext cx="0" cy="4370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87C4D6A9-A942-0001-B373-B76ABBDBB113}"/>
              </a:ext>
            </a:extLst>
          </p:cNvPr>
          <p:cNvCxnSpPr>
            <a:cxnSpLocks/>
          </p:cNvCxnSpPr>
          <p:nvPr/>
        </p:nvCxnSpPr>
        <p:spPr>
          <a:xfrm>
            <a:off x="7537074" y="3191433"/>
            <a:ext cx="41237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D38B1E48-BCD8-60FF-1812-10DC3444FB6F}"/>
              </a:ext>
            </a:extLst>
          </p:cNvPr>
          <p:cNvCxnSpPr>
            <a:cxnSpLocks/>
          </p:cNvCxnSpPr>
          <p:nvPr/>
        </p:nvCxnSpPr>
        <p:spPr>
          <a:xfrm>
            <a:off x="8763000" y="3749487"/>
            <a:ext cx="0" cy="6208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411B9320-8B46-FE01-5796-BCFB93E83D1A}"/>
              </a:ext>
            </a:extLst>
          </p:cNvPr>
          <p:cNvCxnSpPr>
            <a:cxnSpLocks/>
          </p:cNvCxnSpPr>
          <p:nvPr/>
        </p:nvCxnSpPr>
        <p:spPr>
          <a:xfrm>
            <a:off x="9594477" y="3186949"/>
            <a:ext cx="470647" cy="44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1674B38-4960-4B96-7D2B-D3194DA17318}"/>
              </a:ext>
            </a:extLst>
          </p:cNvPr>
          <p:cNvSpPr txBox="1"/>
          <p:nvPr/>
        </p:nvSpPr>
        <p:spPr>
          <a:xfrm>
            <a:off x="229054" y="2218809"/>
            <a:ext cx="3831301" cy="2308324"/>
          </a:xfrm>
          <a:prstGeom prst="rect">
            <a:avLst/>
          </a:prstGeom>
          <a:noFill/>
        </p:spPr>
        <p:txBody>
          <a:bodyPr wrap="square">
            <a:spAutoFit/>
          </a:bodyPr>
          <a:lstStyle/>
          <a:p>
            <a:pPr lvl="0"/>
            <a:r>
              <a:rPr lang="en-US" sz="2400" b="0" dirty="0"/>
              <a:t>Can we predict if </a:t>
            </a:r>
            <a:r>
              <a:rPr lang="en-US" sz="2400" b="1" dirty="0"/>
              <a:t>a sample was collected pre- or post- treatment</a:t>
            </a:r>
            <a:r>
              <a:rPr lang="en-US" sz="2400" b="0" dirty="0"/>
              <a:t>? Using SHAP, </a:t>
            </a:r>
            <a:r>
              <a:rPr lang="en-US" sz="2400" b="1" dirty="0"/>
              <a:t>what features will our model use </a:t>
            </a:r>
            <a:r>
              <a:rPr lang="en-US" sz="2400" b="0" dirty="0"/>
              <a:t>to make a prediction?</a:t>
            </a:r>
          </a:p>
        </p:txBody>
      </p:sp>
      <p:sp>
        <p:nvSpPr>
          <p:cNvPr id="25" name="Left Brace 24">
            <a:extLst>
              <a:ext uri="{FF2B5EF4-FFF2-40B4-BE49-F238E27FC236}">
                <a16:creationId xmlns:a16="http://schemas.microsoft.com/office/drawing/2014/main" id="{BCEA7004-978C-4A85-B7D6-9AFCC9EB553F}"/>
              </a:ext>
            </a:extLst>
          </p:cNvPr>
          <p:cNvSpPr/>
          <p:nvPr/>
        </p:nvSpPr>
        <p:spPr>
          <a:xfrm flipH="1">
            <a:off x="3969124" y="2066366"/>
            <a:ext cx="412377" cy="261321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Title 1">
            <a:extLst>
              <a:ext uri="{FF2B5EF4-FFF2-40B4-BE49-F238E27FC236}">
                <a16:creationId xmlns:a16="http://schemas.microsoft.com/office/drawing/2014/main" id="{57CD6471-E486-4FE8-3F29-0A7AC1120753}"/>
              </a:ext>
            </a:extLst>
          </p:cNvPr>
          <p:cNvSpPr>
            <a:spLocks noGrp="1"/>
          </p:cNvSpPr>
          <p:nvPr>
            <p:ph type="title"/>
          </p:nvPr>
        </p:nvSpPr>
        <p:spPr>
          <a:xfrm>
            <a:off x="838200" y="365125"/>
            <a:ext cx="3437965" cy="1325563"/>
          </a:xfrm>
        </p:spPr>
        <p:txBody>
          <a:bodyPr/>
          <a:lstStyle/>
          <a:p>
            <a:r>
              <a:rPr lang="en-US" dirty="0"/>
              <a:t>Next steps…</a:t>
            </a:r>
          </a:p>
        </p:txBody>
      </p:sp>
    </p:spTree>
    <p:extLst>
      <p:ext uri="{BB962C8B-B14F-4D97-AF65-F5344CB8AC3E}">
        <p14:creationId xmlns:p14="http://schemas.microsoft.com/office/powerpoint/2010/main" val="21536591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133</TotalTime>
  <Words>374</Words>
  <Application>Microsoft Office PowerPoint</Application>
  <PresentationFormat>Widescreen</PresentationFormat>
  <Paragraphs>34</Paragraphs>
  <Slides>11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Cambria Math</vt:lpstr>
      <vt:lpstr>Office Theme</vt:lpstr>
      <vt:lpstr>Identifying tumor pseudo-longitudinal resistance signatures</vt:lpstr>
      <vt:lpstr>Tumor recurrence and metastasis is a leading cause of cancer-related death </vt:lpstr>
      <vt:lpstr>What tumor subpopulations survive treatment, and where the cancer will spread? </vt:lpstr>
      <vt:lpstr>MSK-IMPACT is…</vt:lpstr>
      <vt:lpstr>MSK-MET is…</vt:lpstr>
      <vt:lpstr>MSK-CHORD is…</vt:lpstr>
      <vt:lpstr>12,643 patients with 27 cancer types and five treatments </vt:lpstr>
      <vt:lpstr>20 metastasis sites; some are more common than others</vt:lpstr>
      <vt:lpstr>Patients have a median of five mutations</vt:lpstr>
      <vt:lpstr>The order of clinical events varies per patient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Zweig, Vivian</dc:creator>
  <cp:lastModifiedBy>Zweig, Vivian</cp:lastModifiedBy>
  <cp:revision>1</cp:revision>
  <dcterms:created xsi:type="dcterms:W3CDTF">2026-10-11T22:47:01Z</dcterms:created>
  <dcterms:modified xsi:type="dcterms:W3CDTF">2026-10-12T17:46:52Z</dcterms:modified>
</cp:coreProperties>
</file>