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0" r:id="rId4"/>
    <p:sldId id="259" r:id="rId5"/>
    <p:sldId id="261" r:id="rId6"/>
    <p:sldId id="262" r:id="rId7"/>
    <p:sldId id="263" r:id="rId8"/>
    <p:sldId id="258" r:id="rId9"/>
    <p:sldId id="264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8D967-9C3E-487B-A130-73B5B6070A5C}" v="2" dt="2026-10-11T23:07:27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88" d="100"/>
          <a:sy n="88" d="100"/>
        </p:scale>
        <p:origin x="228" y="-1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weig, Vivian" userId="bf981b69-84c6-4ab7-b3f7-fd1293bc0910" providerId="ADAL" clId="{C90F4235-2E0C-42E6-8B8C-E90386F07337}"/>
    <pc:docChg chg="custSel addSld modSld sldOrd">
      <pc:chgData name="Zweig, Vivian" userId="bf981b69-84c6-4ab7-b3f7-fd1293bc0910" providerId="ADAL" clId="{C90F4235-2E0C-42E6-8B8C-E90386F07337}" dt="2026-10-11T23:30:48.509" v="1024" actId="20577"/>
      <pc:docMkLst>
        <pc:docMk/>
      </pc:docMkLst>
      <pc:sldChg chg="new">
        <pc:chgData name="Zweig, Vivian" userId="bf981b69-84c6-4ab7-b3f7-fd1293bc0910" providerId="ADAL" clId="{C90F4235-2E0C-42E6-8B8C-E90386F07337}" dt="2026-10-11T22:47:21.142" v="0" actId="680"/>
        <pc:sldMkLst>
          <pc:docMk/>
          <pc:sldMk cId="1208273388" sldId="256"/>
        </pc:sldMkLst>
      </pc:sldChg>
      <pc:sldChg chg="modSp new mod">
        <pc:chgData name="Zweig, Vivian" userId="bf981b69-84c6-4ab7-b3f7-fd1293bc0910" providerId="ADAL" clId="{C90F4235-2E0C-42E6-8B8C-E90386F07337}" dt="2026-10-11T23:30:48.509" v="1024" actId="20577"/>
        <pc:sldMkLst>
          <pc:docMk/>
          <pc:sldMk cId="1050900612" sldId="257"/>
        </pc:sldMkLst>
        <pc:spChg chg="mod">
          <ac:chgData name="Zweig, Vivian" userId="bf981b69-84c6-4ab7-b3f7-fd1293bc0910" providerId="ADAL" clId="{C90F4235-2E0C-42E6-8B8C-E90386F07337}" dt="2026-10-11T22:47:30.460" v="27" actId="20577"/>
          <ac:spMkLst>
            <pc:docMk/>
            <pc:sldMk cId="1050900612" sldId="257"/>
            <ac:spMk id="2" creationId="{5FAF2B4A-AEC2-F268-7AAE-C12CD3B7FE02}"/>
          </ac:spMkLst>
        </pc:spChg>
        <pc:spChg chg="mod">
          <ac:chgData name="Zweig, Vivian" userId="bf981b69-84c6-4ab7-b3f7-fd1293bc0910" providerId="ADAL" clId="{C90F4235-2E0C-42E6-8B8C-E90386F07337}" dt="2026-10-11T23:30:48.509" v="1024" actId="20577"/>
          <ac:spMkLst>
            <pc:docMk/>
            <pc:sldMk cId="1050900612" sldId="257"/>
            <ac:spMk id="3" creationId="{CFFAD922-4638-2054-3418-453BCF1293F0}"/>
          </ac:spMkLst>
        </pc:spChg>
      </pc:sldChg>
      <pc:sldChg chg="addSp delSp modSp new mod">
        <pc:chgData name="Zweig, Vivian" userId="bf981b69-84c6-4ab7-b3f7-fd1293bc0910" providerId="ADAL" clId="{C90F4235-2E0C-42E6-8B8C-E90386F07337}" dt="2026-10-11T23:02:02.081" v="203" actId="1035"/>
        <pc:sldMkLst>
          <pc:docMk/>
          <pc:sldMk cId="20672469" sldId="258"/>
        </pc:sldMkLst>
        <pc:spChg chg="mod">
          <ac:chgData name="Zweig, Vivian" userId="bf981b69-84c6-4ab7-b3f7-fd1293bc0910" providerId="ADAL" clId="{C90F4235-2E0C-42E6-8B8C-E90386F07337}" dt="2026-10-11T23:01:58.102" v="189" actId="1035"/>
          <ac:spMkLst>
            <pc:docMk/>
            <pc:sldMk cId="20672469" sldId="258"/>
            <ac:spMk id="2" creationId="{2413827B-8D1A-3893-4E8B-C54A7FC66AF6}"/>
          </ac:spMkLst>
        </pc:spChg>
        <pc:spChg chg="del">
          <ac:chgData name="Zweig, Vivian" userId="bf981b69-84c6-4ab7-b3f7-fd1293bc0910" providerId="ADAL" clId="{C90F4235-2E0C-42E6-8B8C-E90386F07337}" dt="2026-10-11T22:59:58.733" v="60" actId="22"/>
          <ac:spMkLst>
            <pc:docMk/>
            <pc:sldMk cId="20672469" sldId="258"/>
            <ac:spMk id="3" creationId="{519F4B90-040A-E69D-D01F-DF80B6432EAA}"/>
          </ac:spMkLst>
        </pc:spChg>
        <pc:picChg chg="add mod ord">
          <ac:chgData name="Zweig, Vivian" userId="bf981b69-84c6-4ab7-b3f7-fd1293bc0910" providerId="ADAL" clId="{C90F4235-2E0C-42E6-8B8C-E90386F07337}" dt="2026-10-11T23:02:02.081" v="203" actId="1035"/>
          <ac:picMkLst>
            <pc:docMk/>
            <pc:sldMk cId="20672469" sldId="258"/>
            <ac:picMk id="5" creationId="{E5055A9A-4277-8BE5-04F3-626C5FBB41E0}"/>
          </ac:picMkLst>
        </pc:picChg>
      </pc:sldChg>
      <pc:sldChg chg="modSp new mod">
        <pc:chgData name="Zweig, Vivian" userId="bf981b69-84c6-4ab7-b3f7-fd1293bc0910" providerId="ADAL" clId="{C90F4235-2E0C-42E6-8B8C-E90386F07337}" dt="2026-10-11T23:07:25.239" v="399" actId="5793"/>
        <pc:sldMkLst>
          <pc:docMk/>
          <pc:sldMk cId="665790926" sldId="259"/>
        </pc:sldMkLst>
        <pc:spChg chg="mod">
          <ac:chgData name="Zweig, Vivian" userId="bf981b69-84c6-4ab7-b3f7-fd1293bc0910" providerId="ADAL" clId="{C90F4235-2E0C-42E6-8B8C-E90386F07337}" dt="2026-10-11T23:05:40.412" v="289" actId="20577"/>
          <ac:spMkLst>
            <pc:docMk/>
            <pc:sldMk cId="665790926" sldId="259"/>
            <ac:spMk id="2" creationId="{C5C81774-D430-3DD6-A905-6349235AF716}"/>
          </ac:spMkLst>
        </pc:spChg>
        <pc:spChg chg="mod">
          <ac:chgData name="Zweig, Vivian" userId="bf981b69-84c6-4ab7-b3f7-fd1293bc0910" providerId="ADAL" clId="{C90F4235-2E0C-42E6-8B8C-E90386F07337}" dt="2026-10-11T23:07:25.239" v="399" actId="5793"/>
          <ac:spMkLst>
            <pc:docMk/>
            <pc:sldMk cId="665790926" sldId="259"/>
            <ac:spMk id="3" creationId="{656DB25F-42B3-6483-1A4B-A5250E363D28}"/>
          </ac:spMkLst>
        </pc:spChg>
      </pc:sldChg>
      <pc:sldChg chg="modSp new mod ord">
        <pc:chgData name="Zweig, Vivian" userId="bf981b69-84c6-4ab7-b3f7-fd1293bc0910" providerId="ADAL" clId="{C90F4235-2E0C-42E6-8B8C-E90386F07337}" dt="2026-10-11T23:08:45.212" v="471" actId="20577"/>
        <pc:sldMkLst>
          <pc:docMk/>
          <pc:sldMk cId="1460519420" sldId="260"/>
        </pc:sldMkLst>
        <pc:spChg chg="mod">
          <ac:chgData name="Zweig, Vivian" userId="bf981b69-84c6-4ab7-b3f7-fd1293bc0910" providerId="ADAL" clId="{C90F4235-2E0C-42E6-8B8C-E90386F07337}" dt="2026-10-11T23:05:43.528" v="291" actId="20577"/>
          <ac:spMkLst>
            <pc:docMk/>
            <pc:sldMk cId="1460519420" sldId="260"/>
            <ac:spMk id="2" creationId="{D014F9DD-2089-0550-6693-5D091B53D323}"/>
          </ac:spMkLst>
        </pc:spChg>
        <pc:spChg chg="mod">
          <ac:chgData name="Zweig, Vivian" userId="bf981b69-84c6-4ab7-b3f7-fd1293bc0910" providerId="ADAL" clId="{C90F4235-2E0C-42E6-8B8C-E90386F07337}" dt="2026-10-11T23:08:45.212" v="471" actId="20577"/>
          <ac:spMkLst>
            <pc:docMk/>
            <pc:sldMk cId="1460519420" sldId="260"/>
            <ac:spMk id="3" creationId="{A93B456D-2B31-8312-A5BB-FC8C66BAB0AB}"/>
          </ac:spMkLst>
        </pc:spChg>
      </pc:sldChg>
      <pc:sldChg chg="modSp new mod">
        <pc:chgData name="Zweig, Vivian" userId="bf981b69-84c6-4ab7-b3f7-fd1293bc0910" providerId="ADAL" clId="{C90F4235-2E0C-42E6-8B8C-E90386F07337}" dt="2026-10-11T23:07:27.898" v="400"/>
        <pc:sldMkLst>
          <pc:docMk/>
          <pc:sldMk cId="1505389313" sldId="261"/>
        </pc:sldMkLst>
        <pc:spChg chg="mod">
          <ac:chgData name="Zweig, Vivian" userId="bf981b69-84c6-4ab7-b3f7-fd1293bc0910" providerId="ADAL" clId="{C90F4235-2E0C-42E6-8B8C-E90386F07337}" dt="2026-10-11T23:05:37.262" v="287" actId="5793"/>
          <ac:spMkLst>
            <pc:docMk/>
            <pc:sldMk cId="1505389313" sldId="261"/>
            <ac:spMk id="2" creationId="{24F45010-FDB1-7D7A-9308-097AD0E0FE45}"/>
          </ac:spMkLst>
        </pc:spChg>
        <pc:spChg chg="mod">
          <ac:chgData name="Zweig, Vivian" userId="bf981b69-84c6-4ab7-b3f7-fd1293bc0910" providerId="ADAL" clId="{C90F4235-2E0C-42E6-8B8C-E90386F07337}" dt="2026-10-11T23:07:27.898" v="400"/>
          <ac:spMkLst>
            <pc:docMk/>
            <pc:sldMk cId="1505389313" sldId="261"/>
            <ac:spMk id="3" creationId="{4C301E42-C30B-6BF0-D37E-973E59D22A37}"/>
          </ac:spMkLst>
        </pc:spChg>
      </pc:sldChg>
      <pc:sldChg chg="addSp delSp modSp new mod">
        <pc:chgData name="Zweig, Vivian" userId="bf981b69-84c6-4ab7-b3f7-fd1293bc0910" providerId="ADAL" clId="{C90F4235-2E0C-42E6-8B8C-E90386F07337}" dt="2026-10-11T23:15:02.668" v="484" actId="1037"/>
        <pc:sldMkLst>
          <pc:docMk/>
          <pc:sldMk cId="1391111723" sldId="262"/>
        </pc:sldMkLst>
        <pc:spChg chg="mod">
          <ac:chgData name="Zweig, Vivian" userId="bf981b69-84c6-4ab7-b3f7-fd1293bc0910" providerId="ADAL" clId="{C90F4235-2E0C-42E6-8B8C-E90386F07337}" dt="2026-10-11T23:14:46.991" v="475" actId="255"/>
          <ac:spMkLst>
            <pc:docMk/>
            <pc:sldMk cId="1391111723" sldId="262"/>
            <ac:spMk id="2" creationId="{7E8AC6BD-AB7A-AEBF-1FDB-1B3E6AC2B7FD}"/>
          </ac:spMkLst>
        </pc:spChg>
        <pc:spChg chg="del">
          <ac:chgData name="Zweig, Vivian" userId="bf981b69-84c6-4ab7-b3f7-fd1293bc0910" providerId="ADAL" clId="{C90F4235-2E0C-42E6-8B8C-E90386F07337}" dt="2026-10-11T23:14:33.130" v="472" actId="478"/>
          <ac:spMkLst>
            <pc:docMk/>
            <pc:sldMk cId="1391111723" sldId="262"/>
            <ac:spMk id="3" creationId="{667C7216-2BAB-6286-F255-069684D6A96A}"/>
          </ac:spMkLst>
        </pc:spChg>
        <pc:picChg chg="add mod">
          <ac:chgData name="Zweig, Vivian" userId="bf981b69-84c6-4ab7-b3f7-fd1293bc0910" providerId="ADAL" clId="{C90F4235-2E0C-42E6-8B8C-E90386F07337}" dt="2026-10-11T23:15:02.668" v="484" actId="1037"/>
          <ac:picMkLst>
            <pc:docMk/>
            <pc:sldMk cId="1391111723" sldId="262"/>
            <ac:picMk id="5" creationId="{D16F5637-337C-774D-C6F8-3223FC5C635B}"/>
          </ac:picMkLst>
        </pc:picChg>
      </pc:sldChg>
      <pc:sldChg chg="addSp delSp modSp new mod">
        <pc:chgData name="Zweig, Vivian" userId="bf981b69-84c6-4ab7-b3f7-fd1293bc0910" providerId="ADAL" clId="{C90F4235-2E0C-42E6-8B8C-E90386F07337}" dt="2026-10-11T23:17:02.851" v="561" actId="20577"/>
        <pc:sldMkLst>
          <pc:docMk/>
          <pc:sldMk cId="2934061770" sldId="263"/>
        </pc:sldMkLst>
        <pc:spChg chg="mod">
          <ac:chgData name="Zweig, Vivian" userId="bf981b69-84c6-4ab7-b3f7-fd1293bc0910" providerId="ADAL" clId="{C90F4235-2E0C-42E6-8B8C-E90386F07337}" dt="2026-10-11T23:17:02.851" v="561" actId="20577"/>
          <ac:spMkLst>
            <pc:docMk/>
            <pc:sldMk cId="2934061770" sldId="263"/>
            <ac:spMk id="2" creationId="{B2196E89-D4CB-246E-0934-1C7C08FB4DAF}"/>
          </ac:spMkLst>
        </pc:spChg>
        <pc:spChg chg="del">
          <ac:chgData name="Zweig, Vivian" userId="bf981b69-84c6-4ab7-b3f7-fd1293bc0910" providerId="ADAL" clId="{C90F4235-2E0C-42E6-8B8C-E90386F07337}" dt="2026-10-11T23:16:32.661" v="490" actId="478"/>
          <ac:spMkLst>
            <pc:docMk/>
            <pc:sldMk cId="2934061770" sldId="263"/>
            <ac:spMk id="3" creationId="{34B4723D-D97F-6377-3D91-5FEFF51D595F}"/>
          </ac:spMkLst>
        </pc:spChg>
        <pc:picChg chg="add mod">
          <ac:chgData name="Zweig, Vivian" userId="bf981b69-84c6-4ab7-b3f7-fd1293bc0910" providerId="ADAL" clId="{C90F4235-2E0C-42E6-8B8C-E90386F07337}" dt="2026-10-11T23:16:47.420" v="541" actId="1037"/>
          <ac:picMkLst>
            <pc:docMk/>
            <pc:sldMk cId="2934061770" sldId="263"/>
            <ac:picMk id="5" creationId="{E09BF0A2-94F6-D9FB-7854-2AD4AF8F652B}"/>
          </ac:picMkLst>
        </pc:picChg>
      </pc:sldChg>
      <pc:sldChg chg="addSp modSp new mod">
        <pc:chgData name="Zweig, Vivian" userId="bf981b69-84c6-4ab7-b3f7-fd1293bc0910" providerId="ADAL" clId="{C90F4235-2E0C-42E6-8B8C-E90386F07337}" dt="2026-10-11T23:28:03.579" v="693" actId="14100"/>
        <pc:sldMkLst>
          <pc:docMk/>
          <pc:sldMk cId="2821093446" sldId="264"/>
        </pc:sldMkLst>
        <pc:spChg chg="mod">
          <ac:chgData name="Zweig, Vivian" userId="bf981b69-84c6-4ab7-b3f7-fd1293bc0910" providerId="ADAL" clId="{C90F4235-2E0C-42E6-8B8C-E90386F07337}" dt="2026-10-11T23:26:15.402" v="669" actId="20577"/>
          <ac:spMkLst>
            <pc:docMk/>
            <pc:sldMk cId="2821093446" sldId="264"/>
            <ac:spMk id="2" creationId="{E1706CEE-F08B-EBE5-361E-64559E0A8519}"/>
          </ac:spMkLst>
        </pc:spChg>
        <pc:spChg chg="add mod">
          <ac:chgData name="Zweig, Vivian" userId="bf981b69-84c6-4ab7-b3f7-fd1293bc0910" providerId="ADAL" clId="{C90F4235-2E0C-42E6-8B8C-E90386F07337}" dt="2026-10-11T23:28:03.579" v="693" actId="14100"/>
          <ac:spMkLst>
            <pc:docMk/>
            <pc:sldMk cId="2821093446" sldId="264"/>
            <ac:spMk id="6" creationId="{F3BD0CAA-F12B-BD8D-5959-834DDF1DA121}"/>
          </ac:spMkLst>
        </pc:spChg>
        <pc:picChg chg="add mod">
          <ac:chgData name="Zweig, Vivian" userId="bf981b69-84c6-4ab7-b3f7-fd1293bc0910" providerId="ADAL" clId="{C90F4235-2E0C-42E6-8B8C-E90386F07337}" dt="2026-10-11T23:26:23.854" v="689" actId="1035"/>
          <ac:picMkLst>
            <pc:docMk/>
            <pc:sldMk cId="2821093446" sldId="264"/>
            <ac:picMk id="5" creationId="{CE938314-B422-E485-4CF5-9FDD03CE5BB3}"/>
          </ac:picMkLst>
        </pc:picChg>
      </pc:sldChg>
      <pc:sldChg chg="modSp new mod">
        <pc:chgData name="Zweig, Vivian" userId="bf981b69-84c6-4ab7-b3f7-fd1293bc0910" providerId="ADAL" clId="{C90F4235-2E0C-42E6-8B8C-E90386F07337}" dt="2026-10-11T23:29:21.585" v="841" actId="20577"/>
        <pc:sldMkLst>
          <pc:docMk/>
          <pc:sldMk cId="2774183190" sldId="265"/>
        </pc:sldMkLst>
        <pc:spChg chg="mod">
          <ac:chgData name="Zweig, Vivian" userId="bf981b69-84c6-4ab7-b3f7-fd1293bc0910" providerId="ADAL" clId="{C90F4235-2E0C-42E6-8B8C-E90386F07337}" dt="2026-10-11T23:28:54.310" v="711" actId="20577"/>
          <ac:spMkLst>
            <pc:docMk/>
            <pc:sldMk cId="2774183190" sldId="265"/>
            <ac:spMk id="2" creationId="{C83D9C66-E794-1424-9691-584E0051A3B0}"/>
          </ac:spMkLst>
        </pc:spChg>
        <pc:spChg chg="mod">
          <ac:chgData name="Zweig, Vivian" userId="bf981b69-84c6-4ab7-b3f7-fd1293bc0910" providerId="ADAL" clId="{C90F4235-2E0C-42E6-8B8C-E90386F07337}" dt="2026-10-11T23:29:21.585" v="841" actId="20577"/>
          <ac:spMkLst>
            <pc:docMk/>
            <pc:sldMk cId="2774183190" sldId="265"/>
            <ac:spMk id="3" creationId="{15CD2117-1EE0-A1D8-D9FA-3C055D8BB3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A452C-8A63-A6BD-4900-61215612C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2E78C-36D7-20AC-3288-BD2A78B4E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72B16-74F4-A0EE-514B-BB16A90C2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AC17F-097E-E093-D805-307FAD4B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86D2A-2EC1-A4E7-49F5-B74FA946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516D-99E9-87EC-F63E-C9414A66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EC34D-45BB-79E1-F16F-295ECCFFF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CF9E5-DF70-F7D3-BEA7-9B3E1ACA7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8DB3A-3101-F03B-A024-8BC23269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C7A34-41AC-F6FB-9C3A-A7F4AA61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5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8E76-ED5A-8C70-0F7A-B949D4F6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366B2-55E6-4D79-8B9D-833234543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B2E19-5761-F8FD-3666-BD5BD4D3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60F42-8040-87AF-8B56-6FA83573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B9C58-7BC2-9833-2AFE-19D0C766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0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CBFB1-7E27-4F13-83AF-F86A0E4F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09AFE-E753-0267-1584-05871E9D1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1C7CE-FBD7-5AEE-2B92-3876ED363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C79FB-D62E-7E84-E02E-1AEA7CB1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C040D-2F85-51D6-C1A6-6F4491F0E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7169B-D6C2-DF60-C36C-7AF97262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3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9E39-0236-DF7B-5622-ED413589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12C90-67A6-5649-358D-6B8030BCB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764D0-18C9-AE8A-205E-BD8188F73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B9BD51-DED6-C0E3-A10C-69041E941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A954B-C7B5-A524-8A97-5C7563155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A0A6EE-05CA-2395-C960-C8A5CE1D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6B5FA-6400-4C11-66FD-443257A0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267573-CFD2-7EFF-3B5A-9C592216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4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B394-966A-2E29-C45D-E03FD15C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2BF5A-196B-67F0-1B7C-E766C7A4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A33AA-D462-9A59-8A59-A8D32868B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BAE38-F1EE-9DE5-7D19-B171F79E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0A37A8-814A-D803-04E8-1C9C203AE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36E8C-8869-8276-B1BC-2F7A0BBD5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95E63-3CD9-91FE-1AB6-7AC41215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9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656A1-A6D3-205D-D58F-2B90C6386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72DE1-AA46-51B8-EBC0-F4B959A8B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2CADA-BAC3-DAA6-A8CB-66F742FA8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59C22-704E-04B3-4A5C-C3E8F54F2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F62E4-1F31-0229-6C35-EC3021C1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4CC49-A2CF-7C79-3121-DDB222E8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3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5BE9-3F32-50D3-462A-312E19D6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F7B5C-0693-E25C-326F-9BAB26C0F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7718A-5318-EDED-596D-A505FBBC8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FEEE2-71DC-F009-0DC3-1C273751D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575CF-0254-F478-809D-EE93327C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0756A-12F1-94FF-6EDA-A82696A9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6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C95E-F10D-8167-400F-E6E03D65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1F983-AA89-BE04-8CDE-CAF09139A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860C-3014-3DC3-4B26-8C64F2F0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A1740-B8DB-2895-7F19-E1F7F30A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E8069-1238-1F77-34A1-73DF936D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D2995-3F69-BF9D-DDE0-610E64834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6BEFD-7D52-A6B5-BA6E-4D3207F24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DE15-8193-3A73-3839-FC9CE51F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D5F0E-9E44-FFF0-F3E1-3FFA6A89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9A834-E65A-4F47-DCB3-DD85E819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9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8D9CC-789C-5373-6236-2743A83A0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8A765-8B22-CF14-E9FE-AD9287B5F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91AE5-D298-5894-C575-904DB23B4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6739A-EBCF-4BB5-8BCB-ACC515A699E9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DCDA2-46DB-B8CE-A3B1-C26BC0D3F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12BFF-D1F9-A824-22ED-AEA235FE3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7A62D-314D-43F4-A04A-B602656A3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71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A2D1-F3FB-456F-49C1-8E65881403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AC512-8BB7-6684-7D87-89B700D37C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73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9C66-E794-1424-9691-584E0051A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D2117-1EE0-A1D8-D9FA-3C055D8BB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 this update, we will discuss how data exploration shaped our problem question + data cleaning / pre-processing</a:t>
            </a:r>
          </a:p>
        </p:txBody>
      </p:sp>
    </p:spTree>
    <p:extLst>
      <p:ext uri="{BB962C8B-B14F-4D97-AF65-F5344CB8AC3E}">
        <p14:creationId xmlns:p14="http://schemas.microsoft.com/office/powerpoint/2010/main" val="277418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9DD-2089-0550-6693-5D091B53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MSK-IMPACT 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B456D-2B31-8312-A5BB-FC8C66BAB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this dataset? What are the features here?</a:t>
            </a:r>
          </a:p>
          <a:p>
            <a:r>
              <a:rPr lang="en-US" dirty="0"/>
              <a:t>Specifically, what mutations are we looking at?</a:t>
            </a:r>
          </a:p>
        </p:txBody>
      </p:sp>
    </p:spTree>
    <p:extLst>
      <p:ext uri="{BB962C8B-B14F-4D97-AF65-F5344CB8AC3E}">
        <p14:creationId xmlns:p14="http://schemas.microsoft.com/office/powerpoint/2010/main" val="146051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1774-D430-3DD6-A905-6349235A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MSK-MET 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DB25F-42B3-6483-1A4B-A5250E363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this dataset? What are the features here?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79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45010-FDB1-7D7A-9308-097AD0E0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MSK-CHORD is…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01E42-C30B-6BF0-D37E-973E59D2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this dataset? What are the features here?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38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C6BD-AB7A-AEBF-1FDB-1B3E6AC2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X patients from MET U IMPACT U CHORD with Y cancers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F5637-337C-774D-C6F8-3223FC5C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89" y="1525946"/>
            <a:ext cx="10546466" cy="520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1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6E89-D4CB-246E-0934-1C7C08FB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Metastasis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BF0A2-94F6-D9FB-7854-2AD4AF8F6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211" y="1359396"/>
            <a:ext cx="7866673" cy="549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6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827B-8D1A-3893-4E8B-C54A7FC6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60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The order of clinical events varies per patient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055A9A-4277-8BE5-04F3-626C5FBB4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572" y="1216024"/>
            <a:ext cx="8700890" cy="549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06CEE-F08B-EBE5-361E-64559E0A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Timing between clinical events varies by person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C9078-13AA-BDFB-796E-BBDC3C659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38314-B422-E485-4CF5-9FDD03CE5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097"/>
            <a:ext cx="12192000" cy="494322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BD0CAA-F12B-BD8D-5959-834DDF1DA121}"/>
              </a:ext>
            </a:extLst>
          </p:cNvPr>
          <p:cNvSpPr/>
          <p:nvPr/>
        </p:nvSpPr>
        <p:spPr>
          <a:xfrm>
            <a:off x="6096000" y="4762919"/>
            <a:ext cx="4886848" cy="10148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93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2B4A-AEC2-F268-7AAE-C12CD3B7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Refined 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AD922-4638-2054-3418-453BCF129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sample, can we predict if it is pre- or post- treatment?</a:t>
            </a:r>
          </a:p>
          <a:p>
            <a:r>
              <a:rPr lang="en-US" dirty="0"/>
              <a:t>On the subset where sample comes before met, can we predict where the met is given the sample?</a:t>
            </a:r>
          </a:p>
        </p:txBody>
      </p:sp>
    </p:spTree>
    <p:extLst>
      <p:ext uri="{BB962C8B-B14F-4D97-AF65-F5344CB8AC3E}">
        <p14:creationId xmlns:p14="http://schemas.microsoft.com/office/powerpoint/2010/main" val="105090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138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Initial problem</vt:lpstr>
      <vt:lpstr>MSK-IMPACT is…</vt:lpstr>
      <vt:lpstr>MSK-MET is…</vt:lpstr>
      <vt:lpstr>MSK-CHORD is…</vt:lpstr>
      <vt:lpstr>X patients from MET U IMPACT U CHORD with Y cancers </vt:lpstr>
      <vt:lpstr>Metastasis overview</vt:lpstr>
      <vt:lpstr>The order of clinical events varies per patient</vt:lpstr>
      <vt:lpstr>Timing between clinical events varies by person</vt:lpstr>
      <vt:lpstr>Refined problem definition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Zweig, Vivian</dc:creator>
  <cp:lastModifiedBy>Zweig, Vivian</cp:lastModifiedBy>
  <cp:revision>1</cp:revision>
  <dcterms:created xsi:type="dcterms:W3CDTF">2026-10-11T22:47:01Z</dcterms:created>
  <dcterms:modified xsi:type="dcterms:W3CDTF">2026-10-11T23:30:50Z</dcterms:modified>
</cp:coreProperties>
</file>