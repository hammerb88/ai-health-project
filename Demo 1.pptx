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6" r:id="rId3"/>
    <p:sldId id="265" r:id="rId4"/>
    <p:sldId id="271" r:id="rId5"/>
    <p:sldId id="259" r:id="rId6"/>
    <p:sldId id="261" r:id="rId7"/>
    <p:sldId id="262" r:id="rId8"/>
    <p:sldId id="263" r:id="rId9"/>
    <p:sldId id="269" r:id="rId10"/>
    <p:sldId id="258"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E9A3BAE-70FE-4C39-9FAD-A60E24FACE22}">
          <p14:sldIdLst>
            <p14:sldId id="256"/>
            <p14:sldId id="266"/>
            <p14:sldId id="265"/>
            <p14:sldId id="271"/>
            <p14:sldId id="259"/>
            <p14:sldId id="261"/>
            <p14:sldId id="262"/>
            <p14:sldId id="263"/>
            <p14:sldId id="269"/>
            <p14:sldId id="258"/>
            <p14:sldId id="27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487F35-ABC2-FE85-3B71-E70F48CBDD18}" name="Zweig, Vivian" initials="VZ" userId="S::v.l.zweig@wustl.edu::bf981b69-84c6-4ab7-b3f7-fd1293bc091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18D967-9C3E-487B-A130-73B5B6070A5C}" v="247" dt="2026-10-13T15:48:39.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213" autoAdjust="0"/>
  </p:normalViewPr>
  <p:slideViewPr>
    <p:cSldViewPr snapToGrid="0" showGuides="1">
      <p:cViewPr>
        <p:scale>
          <a:sx n="78" d="100"/>
          <a:sy n="78" d="100"/>
        </p:scale>
        <p:origin x="606" y="4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weig, Vivian" userId="bf981b69-84c6-4ab7-b3f7-fd1293bc0910" providerId="ADAL" clId="{C90F4235-2E0C-42E6-8B8C-E90386F07337}"/>
    <pc:docChg chg="undo custSel addSld delSld modSld sldOrd addSection delSection modSection">
      <pc:chgData name="Zweig, Vivian" userId="bf981b69-84c6-4ab7-b3f7-fd1293bc0910" providerId="ADAL" clId="{C90F4235-2E0C-42E6-8B8C-E90386F07337}" dt="2026-10-13T16:07:22.121" v="6743" actId="14100"/>
      <pc:docMkLst>
        <pc:docMk/>
      </pc:docMkLst>
      <pc:sldChg chg="addSp delSp modSp new mod ord setBg">
        <pc:chgData name="Zweig, Vivian" userId="bf981b69-84c6-4ab7-b3f7-fd1293bc0910" providerId="ADAL" clId="{C90F4235-2E0C-42E6-8B8C-E90386F07337}" dt="2026-10-13T15:48:03.320" v="6680"/>
        <pc:sldMkLst>
          <pc:docMk/>
          <pc:sldMk cId="1208273388" sldId="256"/>
        </pc:sldMkLst>
        <pc:spChg chg="mod">
          <ac:chgData name="Zweig, Vivian" userId="bf981b69-84c6-4ab7-b3f7-fd1293bc0910" providerId="ADAL" clId="{C90F4235-2E0C-42E6-8B8C-E90386F07337}" dt="2026-10-12T17:29:01.865" v="3943" actId="20577"/>
          <ac:spMkLst>
            <pc:docMk/>
            <pc:sldMk cId="1208273388" sldId="256"/>
            <ac:spMk id="2" creationId="{19E8A2D1-F3FB-456F-49C1-8E6588140325}"/>
          </ac:spMkLst>
        </pc:spChg>
        <pc:spChg chg="mod">
          <ac:chgData name="Zweig, Vivian" userId="bf981b69-84c6-4ab7-b3f7-fd1293bc0910" providerId="ADAL" clId="{C90F4235-2E0C-42E6-8B8C-E90386F07337}" dt="2026-10-12T17:26:28.138" v="3908" actId="26606"/>
          <ac:spMkLst>
            <pc:docMk/>
            <pc:sldMk cId="1208273388" sldId="256"/>
            <ac:spMk id="3" creationId="{C87AC512-8BB7-6684-7D87-89B700D37CE9}"/>
          </ac:spMkLst>
        </pc:spChg>
        <pc:spChg chg="add del">
          <ac:chgData name="Zweig, Vivian" userId="bf981b69-84c6-4ab7-b3f7-fd1293bc0910" providerId="ADAL" clId="{C90F4235-2E0C-42E6-8B8C-E90386F07337}" dt="2026-10-12T16:31:28.315" v="1773" actId="22"/>
          <ac:spMkLst>
            <pc:docMk/>
            <pc:sldMk cId="1208273388" sldId="256"/>
            <ac:spMk id="5" creationId="{2FEE99DC-57E4-68D2-807B-B7D68A66689E}"/>
          </ac:spMkLst>
        </pc:spChg>
        <pc:spChg chg="add">
          <ac:chgData name="Zweig, Vivian" userId="bf981b69-84c6-4ab7-b3f7-fd1293bc0910" providerId="ADAL" clId="{C90F4235-2E0C-42E6-8B8C-E90386F07337}" dt="2026-10-12T17:26:28.138" v="3908" actId="26606"/>
          <ac:spMkLst>
            <pc:docMk/>
            <pc:sldMk cId="1208273388" sldId="256"/>
            <ac:spMk id="8" creationId="{C7D023E4-8DE1-436E-9847-ED6A4B4B04FD}"/>
          </ac:spMkLst>
        </pc:spChg>
        <pc:grpChg chg="add">
          <ac:chgData name="Zweig, Vivian" userId="bf981b69-84c6-4ab7-b3f7-fd1293bc0910" providerId="ADAL" clId="{C90F4235-2E0C-42E6-8B8C-E90386F07337}" dt="2026-10-12T17:26:28.138" v="3908" actId="26606"/>
          <ac:grpSpMkLst>
            <pc:docMk/>
            <pc:sldMk cId="1208273388" sldId="256"/>
            <ac:grpSpMk id="10" creationId="{1FEC590B-3306-47E9-BD67-97F3F76169A4}"/>
          </ac:grpSpMkLst>
        </pc:grpChg>
        <pc:grpChg chg="add">
          <ac:chgData name="Zweig, Vivian" userId="bf981b69-84c6-4ab7-b3f7-fd1293bc0910" providerId="ADAL" clId="{C90F4235-2E0C-42E6-8B8C-E90386F07337}" dt="2026-10-12T17:26:28.138" v="3908" actId="26606"/>
          <ac:grpSpMkLst>
            <pc:docMk/>
            <pc:sldMk cId="1208273388" sldId="256"/>
            <ac:grpSpMk id="14" creationId="{A47AAF5E-1692-48C9-98FB-6432BF0BC4F7}"/>
          </ac:grpSpMkLst>
        </pc:grpChg>
      </pc:sldChg>
      <pc:sldChg chg="modSp new del mod">
        <pc:chgData name="Zweig, Vivian" userId="bf981b69-84c6-4ab7-b3f7-fd1293bc0910" providerId="ADAL" clId="{C90F4235-2E0C-42E6-8B8C-E90386F07337}" dt="2026-10-12T17:45:02.783" v="4020" actId="2696"/>
        <pc:sldMkLst>
          <pc:docMk/>
          <pc:sldMk cId="1050900612" sldId="257"/>
        </pc:sldMkLst>
        <pc:spChg chg="mod">
          <ac:chgData name="Zweig, Vivian" userId="bf981b69-84c6-4ab7-b3f7-fd1293bc0910" providerId="ADAL" clId="{C90F4235-2E0C-42E6-8B8C-E90386F07337}" dt="2026-10-12T17:00:26.119" v="3132" actId="20577"/>
          <ac:spMkLst>
            <pc:docMk/>
            <pc:sldMk cId="1050900612" sldId="257"/>
            <ac:spMk id="2" creationId="{5FAF2B4A-AEC2-F268-7AAE-C12CD3B7FE02}"/>
          </ac:spMkLst>
        </pc:spChg>
        <pc:spChg chg="mod">
          <ac:chgData name="Zweig, Vivian" userId="bf981b69-84c6-4ab7-b3f7-fd1293bc0910" providerId="ADAL" clId="{C90F4235-2E0C-42E6-8B8C-E90386F07337}" dt="2026-10-12T17:10:35.045" v="3287" actId="20577"/>
          <ac:spMkLst>
            <pc:docMk/>
            <pc:sldMk cId="1050900612" sldId="257"/>
            <ac:spMk id="3" creationId="{CFFAD922-4638-2054-3418-453BCF1293F0}"/>
          </ac:spMkLst>
        </pc:spChg>
      </pc:sldChg>
      <pc:sldChg chg="addSp delSp modSp new mod">
        <pc:chgData name="Zweig, Vivian" userId="bf981b69-84c6-4ab7-b3f7-fd1293bc0910" providerId="ADAL" clId="{C90F4235-2E0C-42E6-8B8C-E90386F07337}" dt="2026-10-13T15:55:38.858" v="6695" actId="14100"/>
        <pc:sldMkLst>
          <pc:docMk/>
          <pc:sldMk cId="20672469" sldId="258"/>
        </pc:sldMkLst>
        <pc:spChg chg="mod">
          <ac:chgData name="Zweig, Vivian" userId="bf981b69-84c6-4ab7-b3f7-fd1293bc0910" providerId="ADAL" clId="{C90F4235-2E0C-42E6-8B8C-E90386F07337}" dt="2026-10-12T16:57:55.036" v="3029" actId="1076"/>
          <ac:spMkLst>
            <pc:docMk/>
            <pc:sldMk cId="20672469" sldId="258"/>
            <ac:spMk id="2" creationId="{2413827B-8D1A-3893-4E8B-C54A7FC66AF6}"/>
          </ac:spMkLst>
        </pc:spChg>
        <pc:spChg chg="add mod">
          <ac:chgData name="Zweig, Vivian" userId="bf981b69-84c6-4ab7-b3f7-fd1293bc0910" providerId="ADAL" clId="{C90F4235-2E0C-42E6-8B8C-E90386F07337}" dt="2026-10-12T16:57:32.662" v="3019" actId="14100"/>
          <ac:spMkLst>
            <pc:docMk/>
            <pc:sldMk cId="20672469" sldId="258"/>
            <ac:spMk id="3" creationId="{3BF11FD7-F5FF-4F1E-4ECB-02BD8F3894C3}"/>
          </ac:spMkLst>
        </pc:spChg>
        <pc:spChg chg="add mod">
          <ac:chgData name="Zweig, Vivian" userId="bf981b69-84c6-4ab7-b3f7-fd1293bc0910" providerId="ADAL" clId="{C90F4235-2E0C-42E6-8B8C-E90386F07337}" dt="2026-10-13T15:55:06.057" v="6690" actId="1582"/>
          <ac:spMkLst>
            <pc:docMk/>
            <pc:sldMk cId="20672469" sldId="258"/>
            <ac:spMk id="4" creationId="{F22C2964-56DF-0FF7-FBE0-536BD27B2405}"/>
          </ac:spMkLst>
        </pc:spChg>
        <pc:spChg chg="add mod">
          <ac:chgData name="Zweig, Vivian" userId="bf981b69-84c6-4ab7-b3f7-fd1293bc0910" providerId="ADAL" clId="{C90F4235-2E0C-42E6-8B8C-E90386F07337}" dt="2026-10-12T16:57:29.945" v="3018" actId="14100"/>
          <ac:spMkLst>
            <pc:docMk/>
            <pc:sldMk cId="20672469" sldId="258"/>
            <ac:spMk id="6" creationId="{AA5CDB76-7776-2D2F-CD45-695AFF1ADFC7}"/>
          </ac:spMkLst>
        </pc:spChg>
        <pc:spChg chg="add mod">
          <ac:chgData name="Zweig, Vivian" userId="bf981b69-84c6-4ab7-b3f7-fd1293bc0910" providerId="ADAL" clId="{C90F4235-2E0C-42E6-8B8C-E90386F07337}" dt="2026-10-12T16:58:42.423" v="3059" actId="14100"/>
          <ac:spMkLst>
            <pc:docMk/>
            <pc:sldMk cId="20672469" sldId="258"/>
            <ac:spMk id="8" creationId="{D31A1EB9-88E5-A52D-1F9E-41EF26F2FA58}"/>
          </ac:spMkLst>
        </pc:spChg>
        <pc:spChg chg="add mod">
          <ac:chgData name="Zweig, Vivian" userId="bf981b69-84c6-4ab7-b3f7-fd1293bc0910" providerId="ADAL" clId="{C90F4235-2E0C-42E6-8B8C-E90386F07337}" dt="2026-10-13T15:55:38.858" v="6695" actId="14100"/>
          <ac:spMkLst>
            <pc:docMk/>
            <pc:sldMk cId="20672469" sldId="258"/>
            <ac:spMk id="9" creationId="{5A5F0D24-C09C-9BC7-1EFC-E8DD2AC8FF52}"/>
          </ac:spMkLst>
        </pc:spChg>
        <pc:spChg chg="add mod">
          <ac:chgData name="Zweig, Vivian" userId="bf981b69-84c6-4ab7-b3f7-fd1293bc0910" providerId="ADAL" clId="{C90F4235-2E0C-42E6-8B8C-E90386F07337}" dt="2026-10-12T16:58:55.997" v="3061" actId="14100"/>
          <ac:spMkLst>
            <pc:docMk/>
            <pc:sldMk cId="20672469" sldId="258"/>
            <ac:spMk id="10" creationId="{6F122E0C-D6B7-C1E2-F313-84B1133F60DB}"/>
          </ac:spMkLst>
        </pc:spChg>
        <pc:picChg chg="add mod ord">
          <ac:chgData name="Zweig, Vivian" userId="bf981b69-84c6-4ab7-b3f7-fd1293bc0910" providerId="ADAL" clId="{C90F4235-2E0C-42E6-8B8C-E90386F07337}" dt="2026-10-13T15:55:27.989" v="6693" actId="1076"/>
          <ac:picMkLst>
            <pc:docMk/>
            <pc:sldMk cId="20672469" sldId="258"/>
            <ac:picMk id="5" creationId="{E5055A9A-4277-8BE5-04F3-626C5FBB41E0}"/>
          </ac:picMkLst>
        </pc:picChg>
      </pc:sldChg>
      <pc:sldChg chg="addSp modSp new mod">
        <pc:chgData name="Zweig, Vivian" userId="bf981b69-84c6-4ab7-b3f7-fd1293bc0910" providerId="ADAL" clId="{C90F4235-2E0C-42E6-8B8C-E90386F07337}" dt="2026-10-13T15:39:13.944" v="6259" actId="1076"/>
        <pc:sldMkLst>
          <pc:docMk/>
          <pc:sldMk cId="665790926" sldId="259"/>
        </pc:sldMkLst>
        <pc:spChg chg="mod">
          <ac:chgData name="Zweig, Vivian" userId="bf981b69-84c6-4ab7-b3f7-fd1293bc0910" providerId="ADAL" clId="{C90F4235-2E0C-42E6-8B8C-E90386F07337}" dt="2026-10-13T15:15:20.195" v="4601" actId="20577"/>
          <ac:spMkLst>
            <pc:docMk/>
            <pc:sldMk cId="665790926" sldId="259"/>
            <ac:spMk id="2" creationId="{C5C81774-D430-3DD6-A905-6349235AF716}"/>
          </ac:spMkLst>
        </pc:spChg>
        <pc:spChg chg="mod">
          <ac:chgData name="Zweig, Vivian" userId="bf981b69-84c6-4ab7-b3f7-fd1293bc0910" providerId="ADAL" clId="{C90F4235-2E0C-42E6-8B8C-E90386F07337}" dt="2026-10-13T15:19:42.791" v="4796" actId="255"/>
          <ac:spMkLst>
            <pc:docMk/>
            <pc:sldMk cId="665790926" sldId="259"/>
            <ac:spMk id="3" creationId="{656DB25F-42B3-6483-1A4B-A5250E363D28}"/>
          </ac:spMkLst>
        </pc:spChg>
        <pc:spChg chg="add mod">
          <ac:chgData name="Zweig, Vivian" userId="bf981b69-84c6-4ab7-b3f7-fd1293bc0910" providerId="ADAL" clId="{C90F4235-2E0C-42E6-8B8C-E90386F07337}" dt="2026-10-13T15:31:32.477" v="5634" actId="1037"/>
          <ac:spMkLst>
            <pc:docMk/>
            <pc:sldMk cId="665790926" sldId="259"/>
            <ac:spMk id="7" creationId="{B0F580B1-D239-141E-9465-B1741DE946E2}"/>
          </ac:spMkLst>
        </pc:spChg>
        <pc:spChg chg="add mod">
          <ac:chgData name="Zweig, Vivian" userId="bf981b69-84c6-4ab7-b3f7-fd1293bc0910" providerId="ADAL" clId="{C90F4235-2E0C-42E6-8B8C-E90386F07337}" dt="2026-10-13T15:32:02.945" v="5693" actId="1037"/>
          <ac:spMkLst>
            <pc:docMk/>
            <pc:sldMk cId="665790926" sldId="259"/>
            <ac:spMk id="9" creationId="{299BB6CB-05D6-1EFD-38EC-7D3218621188}"/>
          </ac:spMkLst>
        </pc:spChg>
        <pc:spChg chg="add mod">
          <ac:chgData name="Zweig, Vivian" userId="bf981b69-84c6-4ab7-b3f7-fd1293bc0910" providerId="ADAL" clId="{C90F4235-2E0C-42E6-8B8C-E90386F07337}" dt="2026-10-13T15:32:21.962" v="5834" actId="14100"/>
          <ac:spMkLst>
            <pc:docMk/>
            <pc:sldMk cId="665790926" sldId="259"/>
            <ac:spMk id="11" creationId="{9B060AA1-9669-58E8-81E7-8A1B450A9597}"/>
          </ac:spMkLst>
        </pc:spChg>
        <pc:spChg chg="add mod">
          <ac:chgData name="Zweig, Vivian" userId="bf981b69-84c6-4ab7-b3f7-fd1293bc0910" providerId="ADAL" clId="{C90F4235-2E0C-42E6-8B8C-E90386F07337}" dt="2026-10-13T15:32:39.356" v="5932" actId="1038"/>
          <ac:spMkLst>
            <pc:docMk/>
            <pc:sldMk cId="665790926" sldId="259"/>
            <ac:spMk id="13" creationId="{2EFD7DD8-8B4E-BF8C-FBFB-91798E0F5377}"/>
          </ac:spMkLst>
        </pc:spChg>
        <pc:spChg chg="add mod">
          <ac:chgData name="Zweig, Vivian" userId="bf981b69-84c6-4ab7-b3f7-fd1293bc0910" providerId="ADAL" clId="{C90F4235-2E0C-42E6-8B8C-E90386F07337}" dt="2026-10-13T15:38:41.148" v="6232" actId="1076"/>
          <ac:spMkLst>
            <pc:docMk/>
            <pc:sldMk cId="665790926" sldId="259"/>
            <ac:spMk id="14" creationId="{5B73DF53-6395-0476-374F-258945C5FC7A}"/>
          </ac:spMkLst>
        </pc:spChg>
        <pc:spChg chg="add mod">
          <ac:chgData name="Zweig, Vivian" userId="bf981b69-84c6-4ab7-b3f7-fd1293bc0910" providerId="ADAL" clId="{C90F4235-2E0C-42E6-8B8C-E90386F07337}" dt="2026-10-13T15:39:13.944" v="6259" actId="1076"/>
          <ac:spMkLst>
            <pc:docMk/>
            <pc:sldMk cId="665790926" sldId="259"/>
            <ac:spMk id="16" creationId="{3FCEADDA-2076-E240-AA06-5391AA6BBECF}"/>
          </ac:spMkLst>
        </pc:spChg>
        <pc:picChg chg="add mod">
          <ac:chgData name="Zweig, Vivian" userId="bf981b69-84c6-4ab7-b3f7-fd1293bc0910" providerId="ADAL" clId="{C90F4235-2E0C-42E6-8B8C-E90386F07337}" dt="2026-10-13T15:19:44.656" v="4797" actId="1036"/>
          <ac:picMkLst>
            <pc:docMk/>
            <pc:sldMk cId="665790926" sldId="259"/>
            <ac:picMk id="5" creationId="{38CDB287-AB26-0A9A-E44A-211AA074F8D3}"/>
          </ac:picMkLst>
        </pc:picChg>
      </pc:sldChg>
      <pc:sldChg chg="addSp delSp modSp new del mod ord">
        <pc:chgData name="Zweig, Vivian" userId="bf981b69-84c6-4ab7-b3f7-fd1293bc0910" providerId="ADAL" clId="{C90F4235-2E0C-42E6-8B8C-E90386F07337}" dt="2026-10-13T15:14:47.569" v="4535" actId="2696"/>
        <pc:sldMkLst>
          <pc:docMk/>
          <pc:sldMk cId="1460519420" sldId="260"/>
        </pc:sldMkLst>
        <pc:spChg chg="mod">
          <ac:chgData name="Zweig, Vivian" userId="bf981b69-84c6-4ab7-b3f7-fd1293bc0910" providerId="ADAL" clId="{C90F4235-2E0C-42E6-8B8C-E90386F07337}" dt="2026-10-12T17:22:02.684" v="3710" actId="20577"/>
          <ac:spMkLst>
            <pc:docMk/>
            <pc:sldMk cId="1460519420" sldId="260"/>
            <ac:spMk id="3" creationId="{A93B456D-2B31-8312-A5BB-FC8C66BAB0AB}"/>
          </ac:spMkLst>
        </pc:spChg>
        <pc:picChg chg="add del mod">
          <ac:chgData name="Zweig, Vivian" userId="bf981b69-84c6-4ab7-b3f7-fd1293bc0910" providerId="ADAL" clId="{C90F4235-2E0C-42E6-8B8C-E90386F07337}" dt="2026-10-12T17:16:18.406" v="3382" actId="478"/>
          <ac:picMkLst>
            <pc:docMk/>
            <pc:sldMk cId="1460519420" sldId="260"/>
            <ac:picMk id="5" creationId="{8F703AE2-CA0B-7265-1914-31729EA577EF}"/>
          </ac:picMkLst>
        </pc:picChg>
      </pc:sldChg>
      <pc:sldChg chg="addSp delSp modSp new mod modNotesTx">
        <pc:chgData name="Zweig, Vivian" userId="bf981b69-84c6-4ab7-b3f7-fd1293bc0910" providerId="ADAL" clId="{C90F4235-2E0C-42E6-8B8C-E90386F07337}" dt="2026-10-13T16:07:22.121" v="6743" actId="14100"/>
        <pc:sldMkLst>
          <pc:docMk/>
          <pc:sldMk cId="1505389313" sldId="261"/>
        </pc:sldMkLst>
        <pc:spChg chg="mod">
          <ac:chgData name="Zweig, Vivian" userId="bf981b69-84c6-4ab7-b3f7-fd1293bc0910" providerId="ADAL" clId="{C90F4235-2E0C-42E6-8B8C-E90386F07337}" dt="2026-10-13T15:22:11.485" v="4858" actId="20577"/>
          <ac:spMkLst>
            <pc:docMk/>
            <pc:sldMk cId="1505389313" sldId="261"/>
            <ac:spMk id="2" creationId="{24F45010-FDB1-7D7A-9308-097AD0E0FE45}"/>
          </ac:spMkLst>
        </pc:spChg>
        <pc:spChg chg="mod">
          <ac:chgData name="Zweig, Vivian" userId="bf981b69-84c6-4ab7-b3f7-fd1293bc0910" providerId="ADAL" clId="{C90F4235-2E0C-42E6-8B8C-E90386F07337}" dt="2026-10-13T15:25:19.367" v="5026" actId="20577"/>
          <ac:spMkLst>
            <pc:docMk/>
            <pc:sldMk cId="1505389313" sldId="261"/>
            <ac:spMk id="3" creationId="{4C301E42-C30B-6BF0-D37E-973E59D22A37}"/>
          </ac:spMkLst>
        </pc:spChg>
        <pc:spChg chg="add mod">
          <ac:chgData name="Zweig, Vivian" userId="bf981b69-84c6-4ab7-b3f7-fd1293bc0910" providerId="ADAL" clId="{C90F4235-2E0C-42E6-8B8C-E90386F07337}" dt="2026-10-13T15:28:28.745" v="5068" actId="1037"/>
          <ac:spMkLst>
            <pc:docMk/>
            <pc:sldMk cId="1505389313" sldId="261"/>
            <ac:spMk id="6" creationId="{3E1FE2C6-3B3E-339A-BA97-0E0A235DA7B7}"/>
          </ac:spMkLst>
        </pc:spChg>
        <pc:spChg chg="add mod">
          <ac:chgData name="Zweig, Vivian" userId="bf981b69-84c6-4ab7-b3f7-fd1293bc0910" providerId="ADAL" clId="{C90F4235-2E0C-42E6-8B8C-E90386F07337}" dt="2026-10-13T15:28:45.150" v="5193" actId="1038"/>
          <ac:spMkLst>
            <pc:docMk/>
            <pc:sldMk cId="1505389313" sldId="261"/>
            <ac:spMk id="8" creationId="{60C528DA-9C40-C168-52A9-D901105A4FB3}"/>
          </ac:spMkLst>
        </pc:spChg>
        <pc:spChg chg="add del mod">
          <ac:chgData name="Zweig, Vivian" userId="bf981b69-84c6-4ab7-b3f7-fd1293bc0910" providerId="ADAL" clId="{C90F4235-2E0C-42E6-8B8C-E90386F07337}" dt="2026-10-13T15:29:51.200" v="5361" actId="478"/>
          <ac:spMkLst>
            <pc:docMk/>
            <pc:sldMk cId="1505389313" sldId="261"/>
            <ac:spMk id="10" creationId="{3B4F3480-CB5B-A029-B884-D7D28696372F}"/>
          </ac:spMkLst>
        </pc:spChg>
        <pc:spChg chg="add del mod">
          <ac:chgData name="Zweig, Vivian" userId="bf981b69-84c6-4ab7-b3f7-fd1293bc0910" providerId="ADAL" clId="{C90F4235-2E0C-42E6-8B8C-E90386F07337}" dt="2026-10-13T15:31:00.184" v="5576" actId="478"/>
          <ac:spMkLst>
            <pc:docMk/>
            <pc:sldMk cId="1505389313" sldId="261"/>
            <ac:spMk id="12" creationId="{6C8F0118-4D81-2719-FD23-8679804180DC}"/>
          </ac:spMkLst>
        </pc:spChg>
        <pc:spChg chg="add mod">
          <ac:chgData name="Zweig, Vivian" userId="bf981b69-84c6-4ab7-b3f7-fd1293bc0910" providerId="ADAL" clId="{C90F4235-2E0C-42E6-8B8C-E90386F07337}" dt="2026-10-13T15:30:18.482" v="5434" actId="1037"/>
          <ac:spMkLst>
            <pc:docMk/>
            <pc:sldMk cId="1505389313" sldId="261"/>
            <ac:spMk id="14" creationId="{3FDAB01D-BE64-5448-E4B9-1A8499F21013}"/>
          </ac:spMkLst>
        </pc:spChg>
        <pc:spChg chg="add mod">
          <ac:chgData name="Zweig, Vivian" userId="bf981b69-84c6-4ab7-b3f7-fd1293bc0910" providerId="ADAL" clId="{C90F4235-2E0C-42E6-8B8C-E90386F07337}" dt="2026-10-13T15:30:34.201" v="5519" actId="1038"/>
          <ac:spMkLst>
            <pc:docMk/>
            <pc:sldMk cId="1505389313" sldId="261"/>
            <ac:spMk id="16" creationId="{23D96791-B90C-CD4B-409D-F8A3F4CFB653}"/>
          </ac:spMkLst>
        </pc:spChg>
        <pc:spChg chg="add mod">
          <ac:chgData name="Zweig, Vivian" userId="bf981b69-84c6-4ab7-b3f7-fd1293bc0910" providerId="ADAL" clId="{C90F4235-2E0C-42E6-8B8C-E90386F07337}" dt="2026-10-13T15:30:42.954" v="5575" actId="1038"/>
          <ac:spMkLst>
            <pc:docMk/>
            <pc:sldMk cId="1505389313" sldId="261"/>
            <ac:spMk id="18" creationId="{84374592-EB72-38C0-3679-2A1B04B58BF9}"/>
          </ac:spMkLst>
        </pc:spChg>
        <pc:spChg chg="add mod">
          <ac:chgData name="Zweig, Vivian" userId="bf981b69-84c6-4ab7-b3f7-fd1293bc0910" providerId="ADAL" clId="{C90F4235-2E0C-42E6-8B8C-E90386F07337}" dt="2026-10-13T15:33:45.652" v="6004" actId="1036"/>
          <ac:spMkLst>
            <pc:docMk/>
            <pc:sldMk cId="1505389313" sldId="261"/>
            <ac:spMk id="19" creationId="{0DCD7829-3475-3C55-3F7B-658D023926AB}"/>
          </ac:spMkLst>
        </pc:spChg>
        <pc:spChg chg="add mod">
          <ac:chgData name="Zweig, Vivian" userId="bf981b69-84c6-4ab7-b3f7-fd1293bc0910" providerId="ADAL" clId="{C90F4235-2E0C-42E6-8B8C-E90386F07337}" dt="2026-10-13T15:41:21.061" v="6520" actId="20577"/>
          <ac:spMkLst>
            <pc:docMk/>
            <pc:sldMk cId="1505389313" sldId="261"/>
            <ac:spMk id="20" creationId="{BB6D520F-D118-C71D-9C8C-C451F6BDC5D3}"/>
          </ac:spMkLst>
        </pc:spChg>
        <pc:spChg chg="add mod">
          <ac:chgData name="Zweig, Vivian" userId="bf981b69-84c6-4ab7-b3f7-fd1293bc0910" providerId="ADAL" clId="{C90F4235-2E0C-42E6-8B8C-E90386F07337}" dt="2026-10-13T16:07:02.846" v="6740" actId="1076"/>
          <ac:spMkLst>
            <pc:docMk/>
            <pc:sldMk cId="1505389313" sldId="261"/>
            <ac:spMk id="21" creationId="{D8393E21-D45B-6C3A-1EBE-85C2F29E4240}"/>
          </ac:spMkLst>
        </pc:spChg>
        <pc:picChg chg="add mod">
          <ac:chgData name="Zweig, Vivian" userId="bf981b69-84c6-4ab7-b3f7-fd1293bc0910" providerId="ADAL" clId="{C90F4235-2E0C-42E6-8B8C-E90386F07337}" dt="2026-10-13T15:29:15.808" v="5279" actId="1076"/>
          <ac:picMkLst>
            <pc:docMk/>
            <pc:sldMk cId="1505389313" sldId="261"/>
            <ac:picMk id="5" creationId="{AAC65E0D-0577-34ED-7F8E-17E33D5292E3}"/>
          </ac:picMkLst>
        </pc:picChg>
        <pc:cxnChg chg="add del mod">
          <ac:chgData name="Zweig, Vivian" userId="bf981b69-84c6-4ab7-b3f7-fd1293bc0910" providerId="ADAL" clId="{C90F4235-2E0C-42E6-8B8C-E90386F07337}" dt="2026-10-13T16:06:45.633" v="6721" actId="478"/>
          <ac:cxnSpMkLst>
            <pc:docMk/>
            <pc:sldMk cId="1505389313" sldId="261"/>
            <ac:cxnSpMk id="23" creationId="{F9805443-A8D6-DADD-1092-7B3050E5E8C9}"/>
          </ac:cxnSpMkLst>
        </pc:cxnChg>
        <pc:cxnChg chg="add del mod">
          <ac:chgData name="Zweig, Vivian" userId="bf981b69-84c6-4ab7-b3f7-fd1293bc0910" providerId="ADAL" clId="{C90F4235-2E0C-42E6-8B8C-E90386F07337}" dt="2026-10-13T15:37:24" v="6209" actId="478"/>
          <ac:cxnSpMkLst>
            <pc:docMk/>
            <pc:sldMk cId="1505389313" sldId="261"/>
            <ac:cxnSpMk id="25" creationId="{034E52F4-9384-36CF-6708-95DAC53EA0FA}"/>
          </ac:cxnSpMkLst>
        </pc:cxnChg>
        <pc:cxnChg chg="add mod">
          <ac:chgData name="Zweig, Vivian" userId="bf981b69-84c6-4ab7-b3f7-fd1293bc0910" providerId="ADAL" clId="{C90F4235-2E0C-42E6-8B8C-E90386F07337}" dt="2026-10-13T16:07:22.121" v="6743" actId="14100"/>
          <ac:cxnSpMkLst>
            <pc:docMk/>
            <pc:sldMk cId="1505389313" sldId="261"/>
            <ac:cxnSpMk id="27" creationId="{5A897443-6AAF-7590-E819-491D0C0143BF}"/>
          </ac:cxnSpMkLst>
        </pc:cxnChg>
        <pc:cxnChg chg="add mod">
          <ac:chgData name="Zweig, Vivian" userId="bf981b69-84c6-4ab7-b3f7-fd1293bc0910" providerId="ADAL" clId="{C90F4235-2E0C-42E6-8B8C-E90386F07337}" dt="2026-10-13T16:07:18.680" v="6742" actId="14100"/>
          <ac:cxnSpMkLst>
            <pc:docMk/>
            <pc:sldMk cId="1505389313" sldId="261"/>
            <ac:cxnSpMk id="29" creationId="{6825C472-57F1-9ABE-F637-7A5BD2E27E36}"/>
          </ac:cxnSpMkLst>
        </pc:cxnChg>
        <pc:cxnChg chg="add mod">
          <ac:chgData name="Zweig, Vivian" userId="bf981b69-84c6-4ab7-b3f7-fd1293bc0910" providerId="ADAL" clId="{C90F4235-2E0C-42E6-8B8C-E90386F07337}" dt="2026-10-13T16:07:16.022" v="6741" actId="14100"/>
          <ac:cxnSpMkLst>
            <pc:docMk/>
            <pc:sldMk cId="1505389313" sldId="261"/>
            <ac:cxnSpMk id="31" creationId="{C43FA5C3-F703-9D84-ACD0-10AA1AFE364D}"/>
          </ac:cxnSpMkLst>
        </pc:cxnChg>
      </pc:sldChg>
      <pc:sldChg chg="addSp delSp modSp new mod modNotesTx">
        <pc:chgData name="Zweig, Vivian" userId="bf981b69-84c6-4ab7-b3f7-fd1293bc0910" providerId="ADAL" clId="{C90F4235-2E0C-42E6-8B8C-E90386F07337}" dt="2026-10-13T15:41:12.888" v="6506" actId="20577"/>
        <pc:sldMkLst>
          <pc:docMk/>
          <pc:sldMk cId="1391111723" sldId="262"/>
        </pc:sldMkLst>
        <pc:spChg chg="mod">
          <ac:chgData name="Zweig, Vivian" userId="bf981b69-84c6-4ab7-b3f7-fd1293bc0910" providerId="ADAL" clId="{C90F4235-2E0C-42E6-8B8C-E90386F07337}" dt="2026-10-13T15:41:12.888" v="6506" actId="20577"/>
          <ac:spMkLst>
            <pc:docMk/>
            <pc:sldMk cId="1391111723" sldId="262"/>
            <ac:spMk id="2" creationId="{7E8AC6BD-AB7A-AEBF-1FDB-1B3E6AC2B7FD}"/>
          </ac:spMkLst>
        </pc:spChg>
        <pc:picChg chg="add mod">
          <ac:chgData name="Zweig, Vivian" userId="bf981b69-84c6-4ab7-b3f7-fd1293bc0910" providerId="ADAL" clId="{C90F4235-2E0C-42E6-8B8C-E90386F07337}" dt="2026-10-12T16:18:04.116" v="1090" actId="1036"/>
          <ac:picMkLst>
            <pc:docMk/>
            <pc:sldMk cId="1391111723" sldId="262"/>
            <ac:picMk id="5" creationId="{D16F5637-337C-774D-C6F8-3223FC5C635B}"/>
          </ac:picMkLst>
        </pc:picChg>
      </pc:sldChg>
      <pc:sldChg chg="addSp delSp modSp new mod">
        <pc:chgData name="Zweig, Vivian" userId="bf981b69-84c6-4ab7-b3f7-fd1293bc0910" providerId="ADAL" clId="{C90F4235-2E0C-42E6-8B8C-E90386F07337}" dt="2026-10-12T16:19:20.009" v="1178" actId="1037"/>
        <pc:sldMkLst>
          <pc:docMk/>
          <pc:sldMk cId="2934061770" sldId="263"/>
        </pc:sldMkLst>
        <pc:spChg chg="mod">
          <ac:chgData name="Zweig, Vivian" userId="bf981b69-84c6-4ab7-b3f7-fd1293bc0910" providerId="ADAL" clId="{C90F4235-2E0C-42E6-8B8C-E90386F07337}" dt="2026-10-12T16:19:16.997" v="1174" actId="1035"/>
          <ac:spMkLst>
            <pc:docMk/>
            <pc:sldMk cId="2934061770" sldId="263"/>
            <ac:spMk id="2" creationId="{B2196E89-D4CB-246E-0934-1C7C08FB4DAF}"/>
          </ac:spMkLst>
        </pc:spChg>
        <pc:picChg chg="add mod">
          <ac:chgData name="Zweig, Vivian" userId="bf981b69-84c6-4ab7-b3f7-fd1293bc0910" providerId="ADAL" clId="{C90F4235-2E0C-42E6-8B8C-E90386F07337}" dt="2026-10-12T16:19:20.009" v="1178" actId="1037"/>
          <ac:picMkLst>
            <pc:docMk/>
            <pc:sldMk cId="2934061770" sldId="263"/>
            <ac:picMk id="5" creationId="{E09BF0A2-94F6-D9FB-7854-2AD4AF8F652B}"/>
          </ac:picMkLst>
        </pc:picChg>
      </pc:sldChg>
      <pc:sldChg chg="addSp delSp modSp new del mod">
        <pc:chgData name="Zweig, Vivian" userId="bf981b69-84c6-4ab7-b3f7-fd1293bc0910" providerId="ADAL" clId="{C90F4235-2E0C-42E6-8B8C-E90386F07337}" dt="2026-10-12T17:23:09.784" v="3713" actId="2696"/>
        <pc:sldMkLst>
          <pc:docMk/>
          <pc:sldMk cId="2821093446" sldId="264"/>
        </pc:sldMkLst>
        <pc:spChg chg="del">
          <ac:chgData name="Zweig, Vivian" userId="bf981b69-84c6-4ab7-b3f7-fd1293bc0910" providerId="ADAL" clId="{C90F4235-2E0C-42E6-8B8C-E90386F07337}" dt="2026-10-12T17:00:04.292" v="3067" actId="478"/>
          <ac:spMkLst>
            <pc:docMk/>
            <pc:sldMk cId="2821093446" sldId="264"/>
            <ac:spMk id="3" creationId="{BF7C9078-13AA-BDFB-796E-BBDC3C65915B}"/>
          </ac:spMkLst>
        </pc:spChg>
        <pc:spChg chg="add del mod">
          <ac:chgData name="Zweig, Vivian" userId="bf981b69-84c6-4ab7-b3f7-fd1293bc0910" providerId="ADAL" clId="{C90F4235-2E0C-42E6-8B8C-E90386F07337}" dt="2026-10-12T16:59:57.575" v="3064" actId="478"/>
          <ac:spMkLst>
            <pc:docMk/>
            <pc:sldMk cId="2821093446" sldId="264"/>
            <ac:spMk id="6" creationId="{F3BD0CAA-F12B-BD8D-5959-834DDF1DA121}"/>
          </ac:spMkLst>
        </pc:spChg>
        <pc:picChg chg="add mod">
          <ac:chgData name="Zweig, Vivian" userId="bf981b69-84c6-4ab7-b3f7-fd1293bc0910" providerId="ADAL" clId="{C90F4235-2E0C-42E6-8B8C-E90386F07337}" dt="2026-10-12T17:00:10.573" v="3068" actId="1076"/>
          <ac:picMkLst>
            <pc:docMk/>
            <pc:sldMk cId="2821093446" sldId="264"/>
            <ac:picMk id="5" creationId="{CE938314-B422-E485-4CF5-9FDD03CE5BB3}"/>
          </ac:picMkLst>
        </pc:picChg>
      </pc:sldChg>
      <pc:sldChg chg="addSp delSp modSp new mod modNotesTx">
        <pc:chgData name="Zweig, Vivian" userId="bf981b69-84c6-4ab7-b3f7-fd1293bc0910" providerId="ADAL" clId="{C90F4235-2E0C-42E6-8B8C-E90386F07337}" dt="2026-10-13T15:57:27.610" v="6714" actId="20577"/>
        <pc:sldMkLst>
          <pc:docMk/>
          <pc:sldMk cId="2774183190" sldId="265"/>
        </pc:sldMkLst>
        <pc:spChg chg="mod">
          <ac:chgData name="Zweig, Vivian" userId="bf981b69-84c6-4ab7-b3f7-fd1293bc0910" providerId="ADAL" clId="{C90F4235-2E0C-42E6-8B8C-E90386F07337}" dt="2026-10-12T16:46:05.794" v="2366" actId="1035"/>
          <ac:spMkLst>
            <pc:docMk/>
            <pc:sldMk cId="2774183190" sldId="265"/>
            <ac:spMk id="2" creationId="{C83D9C66-E794-1424-9691-584E0051A3B0}"/>
          </ac:spMkLst>
        </pc:spChg>
        <pc:spChg chg="del mod">
          <ac:chgData name="Zweig, Vivian" userId="bf981b69-84c6-4ab7-b3f7-fd1293bc0910" providerId="ADAL" clId="{C90F4235-2E0C-42E6-8B8C-E90386F07337}" dt="2026-10-12T16:28:57.541" v="1704" actId="12084"/>
          <ac:spMkLst>
            <pc:docMk/>
            <pc:sldMk cId="2774183190" sldId="265"/>
            <ac:spMk id="3" creationId="{15CD2117-1EE0-A1D8-D9FA-3C055D8BB333}"/>
          </ac:spMkLst>
        </pc:spChg>
        <pc:spChg chg="add del mod">
          <ac:chgData name="Zweig, Vivian" userId="bf981b69-84c6-4ab7-b3f7-fd1293bc0910" providerId="ADAL" clId="{C90F4235-2E0C-42E6-8B8C-E90386F07337}" dt="2026-10-12T16:38:28.346" v="1895" actId="478"/>
          <ac:spMkLst>
            <pc:docMk/>
            <pc:sldMk cId="2774183190" sldId="265"/>
            <ac:spMk id="6" creationId="{ECBE3AAD-9642-E81C-D251-FA568D5EB458}"/>
          </ac:spMkLst>
        </pc:spChg>
        <pc:spChg chg="add del mod">
          <ac:chgData name="Zweig, Vivian" userId="bf981b69-84c6-4ab7-b3f7-fd1293bc0910" providerId="ADAL" clId="{C90F4235-2E0C-42E6-8B8C-E90386F07337}" dt="2026-10-12T16:43:18.445" v="2327" actId="478"/>
          <ac:spMkLst>
            <pc:docMk/>
            <pc:sldMk cId="2774183190" sldId="265"/>
            <ac:spMk id="7" creationId="{D04259C1-EB57-BD1A-A72D-82574E2DDBBE}"/>
          </ac:spMkLst>
        </pc:spChg>
        <pc:spChg chg="add del mod">
          <ac:chgData name="Zweig, Vivian" userId="bf981b69-84c6-4ab7-b3f7-fd1293bc0910" providerId="ADAL" clId="{C90F4235-2E0C-42E6-8B8C-E90386F07337}" dt="2026-10-12T16:43:19.671" v="2328" actId="478"/>
          <ac:spMkLst>
            <pc:docMk/>
            <pc:sldMk cId="2774183190" sldId="265"/>
            <ac:spMk id="8" creationId="{429D82F8-B93F-7A48-101F-4FB82846994D}"/>
          </ac:spMkLst>
        </pc:spChg>
        <pc:spChg chg="add del mod">
          <ac:chgData name="Zweig, Vivian" userId="bf981b69-84c6-4ab7-b3f7-fd1293bc0910" providerId="ADAL" clId="{C90F4235-2E0C-42E6-8B8C-E90386F07337}" dt="2026-10-12T16:43:23.713" v="2330" actId="478"/>
          <ac:spMkLst>
            <pc:docMk/>
            <pc:sldMk cId="2774183190" sldId="265"/>
            <ac:spMk id="10" creationId="{7475C288-6F56-3DC8-D0AC-0B25D264B79E}"/>
          </ac:spMkLst>
        </pc:spChg>
        <pc:spChg chg="add del mod">
          <ac:chgData name="Zweig, Vivian" userId="bf981b69-84c6-4ab7-b3f7-fd1293bc0910" providerId="ADAL" clId="{C90F4235-2E0C-42E6-8B8C-E90386F07337}" dt="2026-10-12T16:42:07.275" v="2125"/>
          <ac:spMkLst>
            <pc:docMk/>
            <pc:sldMk cId="2774183190" sldId="265"/>
            <ac:spMk id="11" creationId="{5872FB38-3DAC-F236-8889-150C71F77CAC}"/>
          </ac:spMkLst>
        </pc:spChg>
        <pc:spChg chg="add del">
          <ac:chgData name="Zweig, Vivian" userId="bf981b69-84c6-4ab7-b3f7-fd1293bc0910" providerId="ADAL" clId="{C90F4235-2E0C-42E6-8B8C-E90386F07337}" dt="2026-10-12T16:42:07.273" v="2123" actId="478"/>
          <ac:spMkLst>
            <pc:docMk/>
            <pc:sldMk cId="2774183190" sldId="265"/>
            <ac:spMk id="13" creationId="{C07AFEDE-5AC9-E16C-C368-ECDCBA0894EF}"/>
          </ac:spMkLst>
        </pc:spChg>
        <pc:spChg chg="add del mod">
          <ac:chgData name="Zweig, Vivian" userId="bf981b69-84c6-4ab7-b3f7-fd1293bc0910" providerId="ADAL" clId="{C90F4235-2E0C-42E6-8B8C-E90386F07337}" dt="2026-10-12T16:43:49.745" v="2332" actId="12084"/>
          <ac:spMkLst>
            <pc:docMk/>
            <pc:sldMk cId="2774183190" sldId="265"/>
            <ac:spMk id="14" creationId="{CF8BEB0C-161F-10EE-C727-C63661D7E6F5}"/>
          </ac:spMkLst>
        </pc:spChg>
        <pc:spChg chg="add mod">
          <ac:chgData name="Zweig, Vivian" userId="bf981b69-84c6-4ab7-b3f7-fd1293bc0910" providerId="ADAL" clId="{C90F4235-2E0C-42E6-8B8C-E90386F07337}" dt="2026-10-12T16:59:08.815" v="3062" actId="14100"/>
          <ac:spMkLst>
            <pc:docMk/>
            <pc:sldMk cId="2774183190" sldId="265"/>
            <ac:spMk id="16" creationId="{0635B63A-B6D4-3735-B2E1-90CD5FD7552F}"/>
          </ac:spMkLst>
        </pc:spChg>
        <pc:graphicFrameChg chg="add del mod">
          <ac:chgData name="Zweig, Vivian" userId="bf981b69-84c6-4ab7-b3f7-fd1293bc0910" providerId="ADAL" clId="{C90F4235-2E0C-42E6-8B8C-E90386F07337}" dt="2026-10-12T16:38:24.677" v="1894" actId="478"/>
          <ac:graphicFrameMkLst>
            <pc:docMk/>
            <pc:sldMk cId="2774183190" sldId="265"/>
            <ac:graphicFrameMk id="4" creationId="{3D9D62B1-EA12-00A9-0C1F-3C9305CF1E25}"/>
          </ac:graphicFrameMkLst>
        </pc:graphicFrameChg>
        <pc:graphicFrameChg chg="add mod modGraphic">
          <ac:chgData name="Zweig, Vivian" userId="bf981b69-84c6-4ab7-b3f7-fd1293bc0910" providerId="ADAL" clId="{C90F4235-2E0C-42E6-8B8C-E90386F07337}" dt="2026-10-12T16:59:19.089" v="3063" actId="113"/>
          <ac:graphicFrameMkLst>
            <pc:docMk/>
            <pc:sldMk cId="2774183190" sldId="265"/>
            <ac:graphicFrameMk id="15" creationId="{CB115DDF-E35C-010A-8C60-D5D57F59BAA3}"/>
          </ac:graphicFrameMkLst>
        </pc:graphicFrameChg>
      </pc:sldChg>
      <pc:sldChg chg="addSp delSp modSp new mod modNotesTx">
        <pc:chgData name="Zweig, Vivian" userId="bf981b69-84c6-4ab7-b3f7-fd1293bc0910" providerId="ADAL" clId="{C90F4235-2E0C-42E6-8B8C-E90386F07337}" dt="2026-10-13T15:57:17.021" v="6705" actId="20577"/>
        <pc:sldMkLst>
          <pc:docMk/>
          <pc:sldMk cId="270702437" sldId="266"/>
        </pc:sldMkLst>
        <pc:spChg chg="mod">
          <ac:chgData name="Zweig, Vivian" userId="bf981b69-84c6-4ab7-b3f7-fd1293bc0910" providerId="ADAL" clId="{C90F4235-2E0C-42E6-8B8C-E90386F07337}" dt="2026-10-12T16:32:00.323" v="1779"/>
          <ac:spMkLst>
            <pc:docMk/>
            <pc:sldMk cId="270702437" sldId="266"/>
            <ac:spMk id="2" creationId="{27BA1C16-57EA-6262-C2D9-034761382F81}"/>
          </ac:spMkLst>
        </pc:spChg>
        <pc:spChg chg="del mod">
          <ac:chgData name="Zweig, Vivian" userId="bf981b69-84c6-4ab7-b3f7-fd1293bc0910" providerId="ADAL" clId="{C90F4235-2E0C-42E6-8B8C-E90386F07337}" dt="2026-10-12T16:32:03.747" v="1782" actId="478"/>
          <ac:spMkLst>
            <pc:docMk/>
            <pc:sldMk cId="270702437" sldId="266"/>
            <ac:spMk id="3" creationId="{36629843-D7AC-BBBB-CF9B-A1CF601A0CD1}"/>
          </ac:spMkLst>
        </pc:spChg>
        <pc:spChg chg="add del mod">
          <ac:chgData name="Zweig, Vivian" userId="bf981b69-84c6-4ab7-b3f7-fd1293bc0910" providerId="ADAL" clId="{C90F4235-2E0C-42E6-8B8C-E90386F07337}" dt="2026-10-12T16:32:16.514" v="1787" actId="478"/>
          <ac:spMkLst>
            <pc:docMk/>
            <pc:sldMk cId="270702437" sldId="266"/>
            <ac:spMk id="6" creationId="{341D727D-2E27-6326-A694-31D24DC21CFB}"/>
          </ac:spMkLst>
        </pc:spChg>
        <pc:spChg chg="add mod">
          <ac:chgData name="Zweig, Vivian" userId="bf981b69-84c6-4ab7-b3f7-fd1293bc0910" providerId="ADAL" clId="{C90F4235-2E0C-42E6-8B8C-E90386F07337}" dt="2026-10-12T16:37:48.995" v="1891" actId="1038"/>
          <ac:spMkLst>
            <pc:docMk/>
            <pc:sldMk cId="270702437" sldId="266"/>
            <ac:spMk id="11" creationId="{F9AB8A75-ED4B-D1D7-D439-067B7755D94B}"/>
          </ac:spMkLst>
        </pc:spChg>
        <pc:spChg chg="add mod">
          <ac:chgData name="Zweig, Vivian" userId="bf981b69-84c6-4ab7-b3f7-fd1293bc0910" providerId="ADAL" clId="{C90F4235-2E0C-42E6-8B8C-E90386F07337}" dt="2026-10-12T16:37:48.995" v="1891" actId="1038"/>
          <ac:spMkLst>
            <pc:docMk/>
            <pc:sldMk cId="270702437" sldId="266"/>
            <ac:spMk id="13" creationId="{2833FE8B-0FFD-F55D-C366-618E94C174D3}"/>
          </ac:spMkLst>
        </pc:spChg>
        <pc:spChg chg="add mod">
          <ac:chgData name="Zweig, Vivian" userId="bf981b69-84c6-4ab7-b3f7-fd1293bc0910" providerId="ADAL" clId="{C90F4235-2E0C-42E6-8B8C-E90386F07337}" dt="2026-10-12T16:37:48.995" v="1891" actId="1038"/>
          <ac:spMkLst>
            <pc:docMk/>
            <pc:sldMk cId="270702437" sldId="266"/>
            <ac:spMk id="16" creationId="{557DD4DB-C15F-EDE4-ECD2-0682E5D4FC68}"/>
          </ac:spMkLst>
        </pc:spChg>
        <pc:spChg chg="add del mod">
          <ac:chgData name="Zweig, Vivian" userId="bf981b69-84c6-4ab7-b3f7-fd1293bc0910" providerId="ADAL" clId="{C90F4235-2E0C-42E6-8B8C-E90386F07337}" dt="2026-10-12T16:36:46.730" v="1872" actId="478"/>
          <ac:spMkLst>
            <pc:docMk/>
            <pc:sldMk cId="270702437" sldId="266"/>
            <ac:spMk id="17" creationId="{675CC4FC-CD00-30F8-D55C-B4FA3046F0E3}"/>
          </ac:spMkLst>
        </pc:spChg>
        <pc:spChg chg="add mod">
          <ac:chgData name="Zweig, Vivian" userId="bf981b69-84c6-4ab7-b3f7-fd1293bc0910" providerId="ADAL" clId="{C90F4235-2E0C-42E6-8B8C-E90386F07337}" dt="2026-10-12T16:37:48.995" v="1891" actId="1038"/>
          <ac:spMkLst>
            <pc:docMk/>
            <pc:sldMk cId="270702437" sldId="266"/>
            <ac:spMk id="18" creationId="{19AC5C9B-89AF-03DF-6E2B-C0591DDF3754}"/>
          </ac:spMkLst>
        </pc:spChg>
        <pc:picChg chg="add del mod">
          <ac:chgData name="Zweig, Vivian" userId="bf981b69-84c6-4ab7-b3f7-fd1293bc0910" providerId="ADAL" clId="{C90F4235-2E0C-42E6-8B8C-E90386F07337}" dt="2026-10-12T16:32:16.514" v="1787" actId="478"/>
          <ac:picMkLst>
            <pc:docMk/>
            <pc:sldMk cId="270702437" sldId="266"/>
            <ac:picMk id="7" creationId="{A9836F3D-C284-A8FE-A5B3-B56367290031}"/>
          </ac:picMkLst>
        </pc:picChg>
        <pc:picChg chg="add del mod">
          <ac:chgData name="Zweig, Vivian" userId="bf981b69-84c6-4ab7-b3f7-fd1293bc0910" providerId="ADAL" clId="{C90F4235-2E0C-42E6-8B8C-E90386F07337}" dt="2026-10-12T16:32:42.751" v="1792" actId="478"/>
          <ac:picMkLst>
            <pc:docMk/>
            <pc:sldMk cId="270702437" sldId="266"/>
            <ac:picMk id="8" creationId="{39B6C70E-5947-8E79-B93B-360BBC103EBB}"/>
          </ac:picMkLst>
        </pc:picChg>
        <pc:picChg chg="add mod">
          <ac:chgData name="Zweig, Vivian" userId="bf981b69-84c6-4ab7-b3f7-fd1293bc0910" providerId="ADAL" clId="{C90F4235-2E0C-42E6-8B8C-E90386F07337}" dt="2026-10-12T16:37:48.995" v="1891" actId="1038"/>
          <ac:picMkLst>
            <pc:docMk/>
            <pc:sldMk cId="270702437" sldId="266"/>
            <ac:picMk id="9" creationId="{875A6C29-FAB3-2023-E8F4-A766A5C6F6C2}"/>
          </ac:picMkLst>
        </pc:picChg>
        <pc:picChg chg="add mod">
          <ac:chgData name="Zweig, Vivian" userId="bf981b69-84c6-4ab7-b3f7-fd1293bc0910" providerId="ADAL" clId="{C90F4235-2E0C-42E6-8B8C-E90386F07337}" dt="2026-10-12T16:37:48.995" v="1891" actId="1038"/>
          <ac:picMkLst>
            <pc:docMk/>
            <pc:sldMk cId="270702437" sldId="266"/>
            <ac:picMk id="14" creationId="{EE70A72E-5EBC-C473-BF40-375AEE7746D7}"/>
          </ac:picMkLst>
        </pc:picChg>
      </pc:sldChg>
      <pc:sldChg chg="addSp new del mod">
        <pc:chgData name="Zweig, Vivian" userId="bf981b69-84c6-4ab7-b3f7-fd1293bc0910" providerId="ADAL" clId="{C90F4235-2E0C-42E6-8B8C-E90386F07337}" dt="2026-10-12T16:31:21.781" v="1770" actId="2696"/>
        <pc:sldMkLst>
          <pc:docMk/>
          <pc:sldMk cId="2433180637" sldId="266"/>
        </pc:sldMkLst>
        <pc:spChg chg="add">
          <ac:chgData name="Zweig, Vivian" userId="bf981b69-84c6-4ab7-b3f7-fd1293bc0910" providerId="ADAL" clId="{C90F4235-2E0C-42E6-8B8C-E90386F07337}" dt="2026-10-12T16:31:11.001" v="1768" actId="22"/>
          <ac:spMkLst>
            <pc:docMk/>
            <pc:sldMk cId="2433180637" sldId="266"/>
            <ac:spMk id="5" creationId="{E2448530-C001-9E46-75B9-1A26A3A435B1}"/>
          </ac:spMkLst>
        </pc:spChg>
      </pc:sldChg>
      <pc:sldChg chg="addSp delSp modSp new del mod modShow">
        <pc:chgData name="Zweig, Vivian" userId="bf981b69-84c6-4ab7-b3f7-fd1293bc0910" providerId="ADAL" clId="{C90F4235-2E0C-42E6-8B8C-E90386F07337}" dt="2026-10-12T17:22:44.678" v="3712" actId="2696"/>
        <pc:sldMkLst>
          <pc:docMk/>
          <pc:sldMk cId="3041421815" sldId="267"/>
        </pc:sldMkLst>
        <pc:spChg chg="del mod">
          <ac:chgData name="Zweig, Vivian" userId="bf981b69-84c6-4ab7-b3f7-fd1293bc0910" providerId="ADAL" clId="{C90F4235-2E0C-42E6-8B8C-E90386F07337}" dt="2026-10-12T17:13:50.359" v="3292" actId="478"/>
          <ac:spMkLst>
            <pc:docMk/>
            <pc:sldMk cId="3041421815" sldId="267"/>
            <ac:spMk id="3" creationId="{1F11B265-4DAE-DC7F-33B6-9856ABB5725A}"/>
          </ac:spMkLst>
        </pc:spChg>
        <pc:picChg chg="add mod">
          <ac:chgData name="Zweig, Vivian" userId="bf981b69-84c6-4ab7-b3f7-fd1293bc0910" providerId="ADAL" clId="{C90F4235-2E0C-42E6-8B8C-E90386F07337}" dt="2026-10-12T17:14:00.824" v="3337" actId="1037"/>
          <ac:picMkLst>
            <pc:docMk/>
            <pc:sldMk cId="3041421815" sldId="267"/>
            <ac:picMk id="5" creationId="{53CFA5FD-9775-E81E-C325-8FB9F19B4A2A}"/>
          </ac:picMkLst>
        </pc:picChg>
      </pc:sldChg>
      <pc:sldChg chg="addSp delSp modSp new del mod modShow">
        <pc:chgData name="Zweig, Vivian" userId="bf981b69-84c6-4ab7-b3f7-fd1293bc0910" providerId="ADAL" clId="{C90F4235-2E0C-42E6-8B8C-E90386F07337}" dt="2026-10-12T17:23:09.784" v="3713" actId="2696"/>
        <pc:sldMkLst>
          <pc:docMk/>
          <pc:sldMk cId="468248354" sldId="268"/>
        </pc:sldMkLst>
        <pc:spChg chg="del">
          <ac:chgData name="Zweig, Vivian" userId="bf981b69-84c6-4ab7-b3f7-fd1293bc0910" providerId="ADAL" clId="{C90F4235-2E0C-42E6-8B8C-E90386F07337}" dt="2026-10-12T17:14:42.670" v="3340" actId="478"/>
          <ac:spMkLst>
            <pc:docMk/>
            <pc:sldMk cId="468248354" sldId="268"/>
            <ac:spMk id="3" creationId="{3DDD0F2B-16B5-01EB-6655-259DCEDE5111}"/>
          </ac:spMkLst>
        </pc:spChg>
        <pc:picChg chg="add mod">
          <ac:chgData name="Zweig, Vivian" userId="bf981b69-84c6-4ab7-b3f7-fd1293bc0910" providerId="ADAL" clId="{C90F4235-2E0C-42E6-8B8C-E90386F07337}" dt="2026-10-12T17:14:47.423" v="3377" actId="1035"/>
          <ac:picMkLst>
            <pc:docMk/>
            <pc:sldMk cId="468248354" sldId="268"/>
            <ac:picMk id="5" creationId="{59E67032-A47F-9EF4-424D-05981681BAD9}"/>
          </ac:picMkLst>
        </pc:picChg>
      </pc:sldChg>
      <pc:sldChg chg="addSp delSp modSp new mod modShow">
        <pc:chgData name="Zweig, Vivian" userId="bf981b69-84c6-4ab7-b3f7-fd1293bc0910" providerId="ADAL" clId="{C90F4235-2E0C-42E6-8B8C-E90386F07337}" dt="2026-10-13T15:43:32.609" v="6530" actId="1035"/>
        <pc:sldMkLst>
          <pc:docMk/>
          <pc:sldMk cId="1507723074" sldId="269"/>
        </pc:sldMkLst>
        <pc:spChg chg="mod">
          <ac:chgData name="Zweig, Vivian" userId="bf981b69-84c6-4ab7-b3f7-fd1293bc0910" providerId="ADAL" clId="{C90F4235-2E0C-42E6-8B8C-E90386F07337}" dt="2026-10-12T17:19:16.950" v="3432" actId="20577"/>
          <ac:spMkLst>
            <pc:docMk/>
            <pc:sldMk cId="1507723074" sldId="269"/>
            <ac:spMk id="2" creationId="{881C1514-2D17-F6A9-C3B9-EDC4017BBC0C}"/>
          </ac:spMkLst>
        </pc:spChg>
        <pc:spChg chg="del">
          <ac:chgData name="Zweig, Vivian" userId="bf981b69-84c6-4ab7-b3f7-fd1293bc0910" providerId="ADAL" clId="{C90F4235-2E0C-42E6-8B8C-E90386F07337}" dt="2026-10-12T17:16:32.151" v="3384" actId="478"/>
          <ac:spMkLst>
            <pc:docMk/>
            <pc:sldMk cId="1507723074" sldId="269"/>
            <ac:spMk id="3" creationId="{427A4DC9-C0E5-9713-77B0-A005742CFA04}"/>
          </ac:spMkLst>
        </pc:spChg>
        <pc:spChg chg="add mod">
          <ac:chgData name="Zweig, Vivian" userId="bf981b69-84c6-4ab7-b3f7-fd1293bc0910" providerId="ADAL" clId="{C90F4235-2E0C-42E6-8B8C-E90386F07337}" dt="2026-10-13T15:43:32.609" v="6530" actId="1035"/>
          <ac:spMkLst>
            <pc:docMk/>
            <pc:sldMk cId="1507723074" sldId="269"/>
            <ac:spMk id="6" creationId="{CABE2824-B058-DD1A-F964-F223D2FB5D2A}"/>
          </ac:spMkLst>
        </pc:spChg>
        <pc:picChg chg="add mod">
          <ac:chgData name="Zweig, Vivian" userId="bf981b69-84c6-4ab7-b3f7-fd1293bc0910" providerId="ADAL" clId="{C90F4235-2E0C-42E6-8B8C-E90386F07337}" dt="2026-10-13T15:43:29.600" v="6529" actId="1035"/>
          <ac:picMkLst>
            <pc:docMk/>
            <pc:sldMk cId="1507723074" sldId="269"/>
            <ac:picMk id="5" creationId="{38255AA5-7FC6-3080-809D-42B84CBF4A90}"/>
          </ac:picMkLst>
        </pc:picChg>
      </pc:sldChg>
      <pc:sldChg chg="addSp delSp modSp new mod">
        <pc:chgData name="Zweig, Vivian" userId="bf981b69-84c6-4ab7-b3f7-fd1293bc0910" providerId="ADAL" clId="{C90F4235-2E0C-42E6-8B8C-E90386F07337}" dt="2026-10-12T17:46:52.262" v="4085" actId="14100"/>
        <pc:sldMkLst>
          <pc:docMk/>
          <pc:sldMk cId="2153659169" sldId="270"/>
        </pc:sldMkLst>
        <pc:spChg chg="del mod">
          <ac:chgData name="Zweig, Vivian" userId="bf981b69-84c6-4ab7-b3f7-fd1293bc0910" providerId="ADAL" clId="{C90F4235-2E0C-42E6-8B8C-E90386F07337}" dt="2026-10-12T17:42:31.352" v="3985" actId="478"/>
          <ac:spMkLst>
            <pc:docMk/>
            <pc:sldMk cId="2153659169" sldId="270"/>
            <ac:spMk id="2" creationId="{E6418AB1-6587-BA79-F7FB-6107F2B18BB2}"/>
          </ac:spMkLst>
        </pc:spChg>
        <pc:spChg chg="del mod">
          <ac:chgData name="Zweig, Vivian" userId="bf981b69-84c6-4ab7-b3f7-fd1293bc0910" providerId="ADAL" clId="{C90F4235-2E0C-42E6-8B8C-E90386F07337}" dt="2026-10-12T17:40:58.951" v="3980" actId="478"/>
          <ac:spMkLst>
            <pc:docMk/>
            <pc:sldMk cId="2153659169" sldId="270"/>
            <ac:spMk id="3" creationId="{C3BAE490-15E4-53C6-858D-DF31EC4F0901}"/>
          </ac:spMkLst>
        </pc:spChg>
        <pc:spChg chg="add del mod">
          <ac:chgData name="Zweig, Vivian" userId="bf981b69-84c6-4ab7-b3f7-fd1293bc0910" providerId="ADAL" clId="{C90F4235-2E0C-42E6-8B8C-E90386F07337}" dt="2026-10-12T17:42:33.388" v="3986" actId="478"/>
          <ac:spMkLst>
            <pc:docMk/>
            <pc:sldMk cId="2153659169" sldId="270"/>
            <ac:spMk id="9" creationId="{C173B232-2D6D-4F8F-5FAF-6D560B816F68}"/>
          </ac:spMkLst>
        </pc:spChg>
        <pc:spChg chg="add mod">
          <ac:chgData name="Zweig, Vivian" userId="bf981b69-84c6-4ab7-b3f7-fd1293bc0910" providerId="ADAL" clId="{C90F4235-2E0C-42E6-8B8C-E90386F07337}" dt="2026-10-12T17:46:16.300" v="4064" actId="1076"/>
          <ac:spMkLst>
            <pc:docMk/>
            <pc:sldMk cId="2153659169" sldId="270"/>
            <ac:spMk id="24" creationId="{F1674B38-4960-4B96-7D2B-D3194DA17318}"/>
          </ac:spMkLst>
        </pc:spChg>
        <pc:spChg chg="add mod">
          <ac:chgData name="Zweig, Vivian" userId="bf981b69-84c6-4ab7-b3f7-fd1293bc0910" providerId="ADAL" clId="{C90F4235-2E0C-42E6-8B8C-E90386F07337}" dt="2026-10-12T17:46:11.292" v="4063" actId="1076"/>
          <ac:spMkLst>
            <pc:docMk/>
            <pc:sldMk cId="2153659169" sldId="270"/>
            <ac:spMk id="25" creationId="{BCEA7004-978C-4A85-B7D6-9AFCC9EB553F}"/>
          </ac:spMkLst>
        </pc:spChg>
        <pc:spChg chg="add del mod">
          <ac:chgData name="Zweig, Vivian" userId="bf981b69-84c6-4ab7-b3f7-fd1293bc0910" providerId="ADAL" clId="{C90F4235-2E0C-42E6-8B8C-E90386F07337}" dt="2026-10-12T17:46:35.767" v="4067" actId="478"/>
          <ac:spMkLst>
            <pc:docMk/>
            <pc:sldMk cId="2153659169" sldId="270"/>
            <ac:spMk id="27" creationId="{AE74B573-94F4-A774-4A26-77C2AE1FDFA4}"/>
          </ac:spMkLst>
        </pc:spChg>
        <pc:spChg chg="add mod">
          <ac:chgData name="Zweig, Vivian" userId="bf981b69-84c6-4ab7-b3f7-fd1293bc0910" providerId="ADAL" clId="{C90F4235-2E0C-42E6-8B8C-E90386F07337}" dt="2026-10-12T17:46:52.262" v="4085" actId="14100"/>
          <ac:spMkLst>
            <pc:docMk/>
            <pc:sldMk cId="2153659169" sldId="270"/>
            <ac:spMk id="28" creationId="{57CD6471-E486-4FE8-3F29-0A7AC1120753}"/>
          </ac:spMkLst>
        </pc:spChg>
        <pc:picChg chg="add del">
          <ac:chgData name="Zweig, Vivian" userId="bf981b69-84c6-4ab7-b3f7-fd1293bc0910" providerId="ADAL" clId="{C90F4235-2E0C-42E6-8B8C-E90386F07337}" dt="2026-10-12T17:41:07.387" v="3982" actId="478"/>
          <ac:picMkLst>
            <pc:docMk/>
            <pc:sldMk cId="2153659169" sldId="270"/>
            <ac:picMk id="5" creationId="{AA306F93-D578-90CC-56C6-A9079AD37798}"/>
          </ac:picMkLst>
        </pc:picChg>
        <pc:picChg chg="add mod">
          <ac:chgData name="Zweig, Vivian" userId="bf981b69-84c6-4ab7-b3f7-fd1293bc0910" providerId="ADAL" clId="{C90F4235-2E0C-42E6-8B8C-E90386F07337}" dt="2026-10-12T17:46:02.396" v="4060" actId="1076"/>
          <ac:picMkLst>
            <pc:docMk/>
            <pc:sldMk cId="2153659169" sldId="270"/>
            <ac:picMk id="7" creationId="{58A65057-91D8-7E8C-4BD2-93175EBB6688}"/>
          </ac:picMkLst>
        </pc:picChg>
        <pc:cxnChg chg="add mod">
          <ac:chgData name="Zweig, Vivian" userId="bf981b69-84c6-4ab7-b3f7-fd1293bc0910" providerId="ADAL" clId="{C90F4235-2E0C-42E6-8B8C-E90386F07337}" dt="2026-10-12T17:43:38.870" v="3996" actId="14100"/>
          <ac:cxnSpMkLst>
            <pc:docMk/>
            <pc:sldMk cId="2153659169" sldId="270"/>
            <ac:cxnSpMk id="11" creationId="{FE80312F-D50A-5867-C391-1812E7729013}"/>
          </ac:cxnSpMkLst>
        </pc:cxnChg>
        <pc:cxnChg chg="add mod">
          <ac:chgData name="Zweig, Vivian" userId="bf981b69-84c6-4ab7-b3f7-fd1293bc0910" providerId="ADAL" clId="{C90F4235-2E0C-42E6-8B8C-E90386F07337}" dt="2026-10-12T17:44:07.766" v="4009" actId="1036"/>
          <ac:cxnSpMkLst>
            <pc:docMk/>
            <pc:sldMk cId="2153659169" sldId="270"/>
            <ac:cxnSpMk id="14" creationId="{87C4D6A9-A942-0001-B373-B76ABBDBB113}"/>
          </ac:cxnSpMkLst>
        </pc:cxnChg>
        <pc:cxnChg chg="add mod">
          <ac:chgData name="Zweig, Vivian" userId="bf981b69-84c6-4ab7-b3f7-fd1293bc0910" providerId="ADAL" clId="{C90F4235-2E0C-42E6-8B8C-E90386F07337}" dt="2026-10-12T17:44:26.732" v="4013" actId="1038"/>
          <ac:cxnSpMkLst>
            <pc:docMk/>
            <pc:sldMk cId="2153659169" sldId="270"/>
            <ac:cxnSpMk id="17" creationId="{D38B1E48-BCD8-60FF-1812-10DC3444FB6F}"/>
          </ac:cxnSpMkLst>
        </pc:cxnChg>
        <pc:cxnChg chg="add mod">
          <ac:chgData name="Zweig, Vivian" userId="bf981b69-84c6-4ab7-b3f7-fd1293bc0910" providerId="ADAL" clId="{C90F4235-2E0C-42E6-8B8C-E90386F07337}" dt="2026-10-12T17:44:45.079" v="4019" actId="14100"/>
          <ac:cxnSpMkLst>
            <pc:docMk/>
            <pc:sldMk cId="2153659169" sldId="270"/>
            <ac:cxnSpMk id="19" creationId="{411B9320-8B46-FE01-5796-BCFB93E83D1A}"/>
          </ac:cxnSpMkLst>
        </pc:cxnChg>
      </pc:sldChg>
      <pc:sldChg chg="addSp delSp modSp new mod">
        <pc:chgData name="Zweig, Vivian" userId="bf981b69-84c6-4ab7-b3f7-fd1293bc0910" providerId="ADAL" clId="{C90F4235-2E0C-42E6-8B8C-E90386F07337}" dt="2026-10-13T15:48:39.938" v="6685"/>
        <pc:sldMkLst>
          <pc:docMk/>
          <pc:sldMk cId="826625666" sldId="271"/>
        </pc:sldMkLst>
        <pc:spChg chg="mod">
          <ac:chgData name="Zweig, Vivian" userId="bf981b69-84c6-4ab7-b3f7-fd1293bc0910" providerId="ADAL" clId="{C90F4235-2E0C-42E6-8B8C-E90386F07337}" dt="2026-10-13T15:10:38.707" v="4149" actId="20577"/>
          <ac:spMkLst>
            <pc:docMk/>
            <pc:sldMk cId="826625666" sldId="271"/>
            <ac:spMk id="2" creationId="{809116CA-32EA-19B5-5F48-F0ADDDF094E1}"/>
          </ac:spMkLst>
        </pc:spChg>
        <pc:spChg chg="mod">
          <ac:chgData name="Zweig, Vivian" userId="bf981b69-84c6-4ab7-b3f7-fd1293bc0910" providerId="ADAL" clId="{C90F4235-2E0C-42E6-8B8C-E90386F07337}" dt="2026-10-13T15:47:39.286" v="6657" actId="20577"/>
          <ac:spMkLst>
            <pc:docMk/>
            <pc:sldMk cId="826625666" sldId="271"/>
            <ac:spMk id="3" creationId="{9A47B115-8714-A75C-4ED8-564CEFB44602}"/>
          </ac:spMkLst>
        </pc:spChg>
        <pc:graphicFrameChg chg="add mod modGraphic">
          <ac:chgData name="Zweig, Vivian" userId="bf981b69-84c6-4ab7-b3f7-fd1293bc0910" providerId="ADAL" clId="{C90F4235-2E0C-42E6-8B8C-E90386F07337}" dt="2026-10-13T15:48:39.938" v="6685"/>
          <ac:graphicFrameMkLst>
            <pc:docMk/>
            <pc:sldMk cId="826625666" sldId="271"/>
            <ac:graphicFrameMk id="6" creationId="{CBD6FC68-46AA-55DA-9BE0-429357D5D2A3}"/>
          </ac:graphicFrameMkLst>
        </pc:graphicFrameChg>
        <pc:picChg chg="add del">
          <ac:chgData name="Zweig, Vivian" userId="bf981b69-84c6-4ab7-b3f7-fd1293bc0910" providerId="ADAL" clId="{C90F4235-2E0C-42E6-8B8C-E90386F07337}" dt="2026-10-13T15:44:23.825" v="6534" actId="478"/>
          <ac:picMkLst>
            <pc:docMk/>
            <pc:sldMk cId="826625666" sldId="271"/>
            <ac:picMk id="5" creationId="{31A8969B-9CF4-DCBE-5AE1-AAEE95AB4688}"/>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F41FDEFD-ABF3-4E2F-8CD3-6FDAA0064E58}" type="doc">
      <dgm:prSet loTypeId="urn:microsoft.com/office/officeart/2024/layout/NumberedLinearArrowProcess" loCatId="process" qsTypeId="urn:microsoft.com/office/officeart/2005/8/quickstyle/simple1" qsCatId="simple" csTypeId="urn:microsoft.com/office/officeart/2005/8/colors/accent1_2" csCatId="accent1"/>
      <dgm:spPr/>
      <dgm:t>
        <a:bodyPr/>
        <a:lstStyle/>
        <a:p>
          <a:endParaRPr lang="en-US"/>
        </a:p>
      </dgm:t>
    </dgm:pt>
    <dgm:pt modelId="{F1444AF4-BAC2-4181-B6D2-2184F3653599}">
      <dgm:prSet/>
      <dgm:spPr/>
      <dgm:t>
        <a:bodyPr/>
        <a:lstStyle/>
        <a:p>
          <a:r>
            <a:rPr lang="en-US"/>
            <a:t>Memorial Sloan Kettering Cancer (MSK) IMPACT, MET, and CHORD</a:t>
          </a:r>
        </a:p>
      </dgm:t>
    </dgm:pt>
    <dgm:pt modelId="{E2FC669C-2C39-4B5D-B59A-FEE5E0F56192}" type="parTrans" cxnId="{9FB2FE05-CDBE-4765-A17C-0DB093F18A5E}">
      <dgm:prSet/>
      <dgm:spPr/>
      <dgm:t>
        <a:bodyPr/>
        <a:lstStyle/>
        <a:p>
          <a:endParaRPr lang="en-US"/>
        </a:p>
      </dgm:t>
    </dgm:pt>
    <dgm:pt modelId="{AF586C85-DC74-4438-AA8D-39F45990490E}" type="sibTrans" cxnId="{9FB2FE05-CDBE-4765-A17C-0DB093F18A5E}">
      <dgm:prSet phldrT="1" phldr="0"/>
      <dgm:spPr/>
      <dgm:t>
        <a:bodyPr/>
        <a:lstStyle/>
        <a:p>
          <a:r>
            <a:rPr lang="en-US"/>
            <a:t>1</a:t>
          </a:r>
        </a:p>
      </dgm:t>
    </dgm:pt>
    <dgm:pt modelId="{CB235109-918E-44E5-9AFC-783750F0BCD4}">
      <dgm:prSet/>
      <dgm:spPr/>
      <dgm:t>
        <a:bodyPr/>
        <a:lstStyle/>
        <a:p>
          <a:r>
            <a:rPr lang="en-US" b="1" dirty="0"/>
            <a:t>Data exploration reshaped our question </a:t>
          </a:r>
        </a:p>
      </dgm:t>
    </dgm:pt>
    <dgm:pt modelId="{D85EF638-E935-4BE4-B192-8CD71E013EF7}" type="parTrans" cxnId="{A0F9840C-333F-4A51-89A8-6301CAF0291C}">
      <dgm:prSet/>
      <dgm:spPr/>
      <dgm:t>
        <a:bodyPr/>
        <a:lstStyle/>
        <a:p>
          <a:endParaRPr lang="en-US"/>
        </a:p>
      </dgm:t>
    </dgm:pt>
    <dgm:pt modelId="{48E8C695-1ECA-48FC-89F8-0129BE27A2A5}" type="sibTrans" cxnId="{A0F9840C-333F-4A51-89A8-6301CAF0291C}">
      <dgm:prSet phldrT="2" phldr="0"/>
      <dgm:spPr/>
      <dgm:t>
        <a:bodyPr/>
        <a:lstStyle/>
        <a:p>
          <a:r>
            <a:rPr lang="en-US"/>
            <a:t>2</a:t>
          </a:r>
          <a:endParaRPr lang="en-US" dirty="0"/>
        </a:p>
      </dgm:t>
    </dgm:pt>
    <dgm:pt modelId="{2E72743A-0E07-4758-BF4D-7C5F438C2205}">
      <dgm:prSet/>
      <dgm:spPr/>
      <dgm:t>
        <a:bodyPr/>
        <a:lstStyle/>
        <a:p>
          <a:r>
            <a:rPr lang="en-US" b="0" dirty="0"/>
            <a:t>Can we predict if </a:t>
          </a:r>
          <a:r>
            <a:rPr lang="en-US" b="1" dirty="0"/>
            <a:t>a sample was collected pre- or post- treatment</a:t>
          </a:r>
          <a:r>
            <a:rPr lang="en-US" b="0" dirty="0"/>
            <a:t>? Using SHAP, </a:t>
          </a:r>
          <a:r>
            <a:rPr lang="en-US" b="1" dirty="0"/>
            <a:t>what features will our model use </a:t>
          </a:r>
          <a:r>
            <a:rPr lang="en-US" b="0" dirty="0"/>
            <a:t>to make a prediction?</a:t>
          </a:r>
        </a:p>
      </dgm:t>
    </dgm:pt>
    <dgm:pt modelId="{40FD4CF8-566E-466E-83D2-00C357B9D692}" type="parTrans" cxnId="{2C2772D5-001C-405D-A8C4-307A250A9E45}">
      <dgm:prSet/>
      <dgm:spPr/>
      <dgm:t>
        <a:bodyPr/>
        <a:lstStyle/>
        <a:p>
          <a:endParaRPr lang="en-US"/>
        </a:p>
      </dgm:t>
    </dgm:pt>
    <dgm:pt modelId="{288D0C36-1928-42D4-A590-BE547C2D1F37}" type="sibTrans" cxnId="{2C2772D5-001C-405D-A8C4-307A250A9E45}">
      <dgm:prSet phldrT="3" phldr="0"/>
      <dgm:spPr/>
      <dgm:t>
        <a:bodyPr/>
        <a:lstStyle/>
        <a:p>
          <a:r>
            <a:rPr lang="en-US"/>
            <a:t>3</a:t>
          </a:r>
        </a:p>
      </dgm:t>
    </dgm:pt>
    <dgm:pt modelId="{54B911D2-A71F-4749-A0F4-1A919F2A5E1D}" type="pres">
      <dgm:prSet presAssocID="{F41FDEFD-ABF3-4E2F-8CD3-6FDAA0064E58}" presName="linearFlow" presStyleCnt="0">
        <dgm:presLayoutVars>
          <dgm:dir/>
          <dgm:animLvl val="lvl"/>
          <dgm:resizeHandles val="exact"/>
        </dgm:presLayoutVars>
      </dgm:prSet>
      <dgm:spPr/>
    </dgm:pt>
    <dgm:pt modelId="{0D39A8D9-8D95-45C5-AE79-93DAB70901F6}" type="pres">
      <dgm:prSet presAssocID="{F1444AF4-BAC2-4181-B6D2-2184F3653599}" presName="compositeNode" presStyleCnt="0"/>
      <dgm:spPr/>
    </dgm:pt>
    <dgm:pt modelId="{E1246E2D-2022-4050-9334-0F56DAD5C220}" type="pres">
      <dgm:prSet presAssocID="{F1444AF4-BAC2-4181-B6D2-2184F3653599}" presName="parTx" presStyleLbl="node1" presStyleIdx="0" presStyleCnt="0">
        <dgm:presLayoutVars>
          <dgm:chMax val="0"/>
          <dgm:chPref val="0"/>
          <dgm:bulletEnabled val="1"/>
        </dgm:presLayoutVars>
      </dgm:prSet>
      <dgm:spPr/>
    </dgm:pt>
    <dgm:pt modelId="{14A9F4F3-46C7-4D60-92B4-058F9005F0A3}" type="pres">
      <dgm:prSet presAssocID="{F1444AF4-BAC2-4181-B6D2-2184F3653599}" presName="parSh" presStyleCnt="0"/>
      <dgm:spPr/>
    </dgm:pt>
    <dgm:pt modelId="{0C881A73-EE82-4CE5-A75A-2DC97CAE8A92}" type="pres">
      <dgm:prSet presAssocID="{F1444AF4-BAC2-4181-B6D2-2184F3653599}" presName="lineNode" presStyleLbl="alignNode1" presStyleIdx="0" presStyleCnt="9"/>
      <dgm:spPr/>
    </dgm:pt>
    <dgm:pt modelId="{CC343AE4-474F-4CD5-8A97-E6A60600B940}" type="pres">
      <dgm:prSet presAssocID="{F1444AF4-BAC2-4181-B6D2-2184F3653599}" presName="lineArrowNode" presStyleLbl="alignNode1" presStyleIdx="1" presStyleCnt="9"/>
      <dgm:spPr/>
    </dgm:pt>
    <dgm:pt modelId="{A593D699-72F7-47C7-974D-92D8FEB02CBA}" type="pres">
      <dgm:prSet presAssocID="{AF586C85-DC74-4438-AA8D-39F45990490E}" presName="sibTransNodeCircle" presStyleLbl="alignNode1" presStyleIdx="2" presStyleCnt="9">
        <dgm:presLayoutVars>
          <dgm:chMax val="0"/>
          <dgm:bulletEnabled/>
        </dgm:presLayoutVars>
      </dgm:prSet>
      <dgm:spPr/>
    </dgm:pt>
    <dgm:pt modelId="{922F5512-7B1A-464D-9C84-F0DAB2058CF5}" type="pres">
      <dgm:prSet presAssocID="{AF586C85-DC74-4438-AA8D-39F45990490E}" presName="spacerBetweenCircleAndCallout" presStyleCnt="0">
        <dgm:presLayoutVars/>
      </dgm:prSet>
      <dgm:spPr/>
    </dgm:pt>
    <dgm:pt modelId="{A11FF7B3-A58F-4692-BF2E-330578CE16A7}" type="pres">
      <dgm:prSet presAssocID="{AF586C85-DC74-4438-AA8D-39F45990490E}" presName="verticalConnector" presStyleLbl="alignAccFollowNode1" presStyleIdx="0" presStyleCnt="3"/>
      <dgm:spPr/>
    </dgm:pt>
    <dgm:pt modelId="{BF96C9EB-7569-4355-9CBC-5FCE376EA7C0}" type="pres">
      <dgm:prSet presAssocID="{F1444AF4-BAC2-4181-B6D2-2184F3653599}" presName="nodeText" presStyleLbl="fgAcc1" presStyleIdx="0" presStyleCnt="3">
        <dgm:presLayoutVars>
          <dgm:bulletEnabled val="1"/>
        </dgm:presLayoutVars>
      </dgm:prSet>
      <dgm:spPr/>
    </dgm:pt>
    <dgm:pt modelId="{B249C5E8-9556-4693-831B-7CF9994CF3E2}" type="pres">
      <dgm:prSet presAssocID="{AF586C85-DC74-4438-AA8D-39F45990490E}" presName="sibTransComposite" presStyleCnt="0"/>
      <dgm:spPr/>
    </dgm:pt>
    <dgm:pt modelId="{AE8A970B-AAF3-4C6A-8D19-4CA3F011819B}" type="pres">
      <dgm:prSet presAssocID="{CB235109-918E-44E5-9AFC-783750F0BCD4}" presName="compositeNode" presStyleCnt="0"/>
      <dgm:spPr/>
    </dgm:pt>
    <dgm:pt modelId="{61DE215A-2885-403C-955F-8370873FBF67}" type="pres">
      <dgm:prSet presAssocID="{CB235109-918E-44E5-9AFC-783750F0BCD4}" presName="parTx" presStyleLbl="node1" presStyleIdx="0" presStyleCnt="0">
        <dgm:presLayoutVars>
          <dgm:chMax val="0"/>
          <dgm:chPref val="0"/>
          <dgm:bulletEnabled val="1"/>
        </dgm:presLayoutVars>
      </dgm:prSet>
      <dgm:spPr/>
    </dgm:pt>
    <dgm:pt modelId="{9D7A3B19-3C0E-4B54-A336-0C013E803A13}" type="pres">
      <dgm:prSet presAssocID="{CB235109-918E-44E5-9AFC-783750F0BCD4}" presName="parSh" presStyleCnt="0"/>
      <dgm:spPr/>
    </dgm:pt>
    <dgm:pt modelId="{00386A80-DFEE-4070-807B-10D1E7922747}" type="pres">
      <dgm:prSet presAssocID="{CB235109-918E-44E5-9AFC-783750F0BCD4}" presName="lineNode" presStyleLbl="alignNode1" presStyleIdx="3" presStyleCnt="9"/>
      <dgm:spPr/>
    </dgm:pt>
    <dgm:pt modelId="{3DE27473-1B1A-426C-A6B4-26C1067DDD8D}" type="pres">
      <dgm:prSet presAssocID="{CB235109-918E-44E5-9AFC-783750F0BCD4}" presName="lineArrowNode" presStyleLbl="alignNode1" presStyleIdx="4" presStyleCnt="9"/>
      <dgm:spPr/>
    </dgm:pt>
    <dgm:pt modelId="{73EF6164-3A5D-401C-A341-9B60445CF3C9}" type="pres">
      <dgm:prSet presAssocID="{48E8C695-1ECA-48FC-89F8-0129BE27A2A5}" presName="sibTransNodeCircle" presStyleLbl="alignNode1" presStyleIdx="5" presStyleCnt="9">
        <dgm:presLayoutVars>
          <dgm:chMax val="0"/>
          <dgm:bulletEnabled/>
        </dgm:presLayoutVars>
      </dgm:prSet>
      <dgm:spPr/>
    </dgm:pt>
    <dgm:pt modelId="{2E995BCB-C021-4E79-A550-019D8530AAE0}" type="pres">
      <dgm:prSet presAssocID="{48E8C695-1ECA-48FC-89F8-0129BE27A2A5}" presName="spacerBetweenCircleAndCallout" presStyleCnt="0">
        <dgm:presLayoutVars/>
      </dgm:prSet>
      <dgm:spPr/>
    </dgm:pt>
    <dgm:pt modelId="{746AE80C-34B4-49AE-9FDD-807BCC7FC18C}" type="pres">
      <dgm:prSet presAssocID="{48E8C695-1ECA-48FC-89F8-0129BE27A2A5}" presName="verticalConnector" presStyleLbl="alignAccFollowNode1" presStyleIdx="1" presStyleCnt="3"/>
      <dgm:spPr/>
    </dgm:pt>
    <dgm:pt modelId="{53111B5C-5B76-4055-B4C4-AFCCB756ECE9}" type="pres">
      <dgm:prSet presAssocID="{CB235109-918E-44E5-9AFC-783750F0BCD4}" presName="nodeText" presStyleLbl="fgAcc1" presStyleIdx="1" presStyleCnt="3">
        <dgm:presLayoutVars>
          <dgm:bulletEnabled val="1"/>
        </dgm:presLayoutVars>
      </dgm:prSet>
      <dgm:spPr/>
    </dgm:pt>
    <dgm:pt modelId="{188133D4-5AF1-4174-B083-A1BAC43A3D96}" type="pres">
      <dgm:prSet presAssocID="{48E8C695-1ECA-48FC-89F8-0129BE27A2A5}" presName="sibTransComposite" presStyleCnt="0"/>
      <dgm:spPr/>
    </dgm:pt>
    <dgm:pt modelId="{3F1AA6AE-8201-403E-8CB0-CAA7680916B3}" type="pres">
      <dgm:prSet presAssocID="{2E72743A-0E07-4758-BF4D-7C5F438C2205}" presName="compositeNode" presStyleCnt="0"/>
      <dgm:spPr/>
    </dgm:pt>
    <dgm:pt modelId="{D5479D33-301B-4844-98AF-6BC55C6A9C4F}" type="pres">
      <dgm:prSet presAssocID="{2E72743A-0E07-4758-BF4D-7C5F438C2205}" presName="parTx" presStyleLbl="node1" presStyleIdx="0" presStyleCnt="0">
        <dgm:presLayoutVars>
          <dgm:chMax val="0"/>
          <dgm:chPref val="0"/>
          <dgm:bulletEnabled val="1"/>
        </dgm:presLayoutVars>
      </dgm:prSet>
      <dgm:spPr/>
    </dgm:pt>
    <dgm:pt modelId="{584FB7BE-D924-45D6-B774-FCEF3581BA69}" type="pres">
      <dgm:prSet presAssocID="{2E72743A-0E07-4758-BF4D-7C5F438C2205}" presName="parSh" presStyleCnt="0"/>
      <dgm:spPr/>
    </dgm:pt>
    <dgm:pt modelId="{A1134B60-27F8-4ADD-BEBE-9DB792BE3435}" type="pres">
      <dgm:prSet presAssocID="{2E72743A-0E07-4758-BF4D-7C5F438C2205}" presName="lineNode" presStyleLbl="alignNode1" presStyleIdx="6" presStyleCnt="9"/>
      <dgm:spPr/>
    </dgm:pt>
    <dgm:pt modelId="{91B1A91C-D521-4627-B8D0-AF7456A965C5}" type="pres">
      <dgm:prSet presAssocID="{2E72743A-0E07-4758-BF4D-7C5F438C2205}" presName="lineArrowNode" presStyleLbl="alignNode1" presStyleIdx="7" presStyleCnt="9"/>
      <dgm:spPr/>
    </dgm:pt>
    <dgm:pt modelId="{0C51BF91-2EEB-45E6-ADBE-0C767D213C90}" type="pres">
      <dgm:prSet presAssocID="{288D0C36-1928-42D4-A590-BE547C2D1F37}" presName="sibTransNodeCircle" presStyleLbl="alignNode1" presStyleIdx="8" presStyleCnt="9">
        <dgm:presLayoutVars>
          <dgm:chMax val="0"/>
          <dgm:bulletEnabled/>
        </dgm:presLayoutVars>
      </dgm:prSet>
      <dgm:spPr/>
    </dgm:pt>
    <dgm:pt modelId="{2EC2E996-339E-4D38-AD22-9A238EC2E355}" type="pres">
      <dgm:prSet presAssocID="{288D0C36-1928-42D4-A590-BE547C2D1F37}" presName="spacerBetweenCircleAndCallout" presStyleCnt="0">
        <dgm:presLayoutVars/>
      </dgm:prSet>
      <dgm:spPr/>
    </dgm:pt>
    <dgm:pt modelId="{ECBFBEA5-C05B-4290-A402-C226D8E53DDB}" type="pres">
      <dgm:prSet presAssocID="{288D0C36-1928-42D4-A590-BE547C2D1F37}" presName="verticalConnector" presStyleLbl="alignAccFollowNode1" presStyleIdx="2" presStyleCnt="3"/>
      <dgm:spPr/>
    </dgm:pt>
    <dgm:pt modelId="{7AC6B69B-88D5-4422-8EA4-5F3CE82D1680}" type="pres">
      <dgm:prSet presAssocID="{2E72743A-0E07-4758-BF4D-7C5F438C2205}" presName="nodeText" presStyleLbl="fgAcc1" presStyleIdx="2" presStyleCnt="3">
        <dgm:presLayoutVars>
          <dgm:bulletEnabled val="1"/>
        </dgm:presLayoutVars>
      </dgm:prSet>
      <dgm:spPr/>
    </dgm:pt>
  </dgm:ptLst>
  <dgm:cxnLst>
    <dgm:cxn modelId="{7C84C902-6A09-4629-9C8C-FF3F0FC9C3AC}" type="presOf" srcId="{48E8C695-1ECA-48FC-89F8-0129BE27A2A5}" destId="{73EF6164-3A5D-401C-A341-9B60445CF3C9}" srcOrd="0" destOrd="0" presId="urn:microsoft.com/office/officeart/2024/layout/NumberedLinearArrowProcess"/>
    <dgm:cxn modelId="{9FB2FE05-CDBE-4765-A17C-0DB093F18A5E}" srcId="{F41FDEFD-ABF3-4E2F-8CD3-6FDAA0064E58}" destId="{F1444AF4-BAC2-4181-B6D2-2184F3653599}" srcOrd="0" destOrd="0" parTransId="{E2FC669C-2C39-4B5D-B59A-FEE5E0F56192}" sibTransId="{AF586C85-DC74-4438-AA8D-39F45990490E}"/>
    <dgm:cxn modelId="{A0F9840C-333F-4A51-89A8-6301CAF0291C}" srcId="{F41FDEFD-ABF3-4E2F-8CD3-6FDAA0064E58}" destId="{CB235109-918E-44E5-9AFC-783750F0BCD4}" srcOrd="1" destOrd="0" parTransId="{D85EF638-E935-4BE4-B192-8CD71E013EF7}" sibTransId="{48E8C695-1ECA-48FC-89F8-0129BE27A2A5}"/>
    <dgm:cxn modelId="{0EDBF11D-0C5F-4743-A047-59C6EEA41823}" type="presOf" srcId="{F41FDEFD-ABF3-4E2F-8CD3-6FDAA0064E58}" destId="{54B911D2-A71F-4749-A0F4-1A919F2A5E1D}" srcOrd="0" destOrd="0" presId="urn:microsoft.com/office/officeart/2024/layout/NumberedLinearArrowProcess"/>
    <dgm:cxn modelId="{7E4BF435-B3EC-46E1-9438-FE854B05FB22}" type="presOf" srcId="{CB235109-918E-44E5-9AFC-783750F0BCD4}" destId="{3DE27473-1B1A-426C-A6B4-26C1067DDD8D}" srcOrd="0" destOrd="0" presId="urn:microsoft.com/office/officeart/2024/layout/NumberedLinearArrowProcess"/>
    <dgm:cxn modelId="{3CC33639-8355-4BA7-9A40-D81F919CEAE9}" type="presOf" srcId="{F1444AF4-BAC2-4181-B6D2-2184F3653599}" destId="{BF96C9EB-7569-4355-9CBC-5FCE376EA7C0}" srcOrd="1" destOrd="0" presId="urn:microsoft.com/office/officeart/2024/layout/NumberedLinearArrowProcess"/>
    <dgm:cxn modelId="{4969EA69-A4DF-4CF0-AA1D-C5890172872F}" type="presOf" srcId="{288D0C36-1928-42D4-A590-BE547C2D1F37}" destId="{0C51BF91-2EEB-45E6-ADBE-0C767D213C90}" srcOrd="0" destOrd="0" presId="urn:microsoft.com/office/officeart/2024/layout/NumberedLinearArrowProcess"/>
    <dgm:cxn modelId="{0D3C8F85-8EA1-4F8A-9A08-C03A138E242F}" type="presOf" srcId="{2E72743A-0E07-4758-BF4D-7C5F438C2205}" destId="{91B1A91C-D521-4627-B8D0-AF7456A965C5}" srcOrd="0" destOrd="0" presId="urn:microsoft.com/office/officeart/2024/layout/NumberedLinearArrowProcess"/>
    <dgm:cxn modelId="{5B02659B-5BF5-4877-BD80-75C922DA7CA0}" type="presOf" srcId="{2E72743A-0E07-4758-BF4D-7C5F438C2205}" destId="{7AC6B69B-88D5-4422-8EA4-5F3CE82D1680}" srcOrd="1" destOrd="0" presId="urn:microsoft.com/office/officeart/2024/layout/NumberedLinearArrowProcess"/>
    <dgm:cxn modelId="{E15ADEA1-B0A8-4884-A0E9-3D0B00F4713F}" type="presOf" srcId="{CB235109-918E-44E5-9AFC-783750F0BCD4}" destId="{53111B5C-5B76-4055-B4C4-AFCCB756ECE9}" srcOrd="1" destOrd="0" presId="urn:microsoft.com/office/officeart/2024/layout/NumberedLinearArrowProcess"/>
    <dgm:cxn modelId="{AACB62BA-ABAC-4E6D-B848-180254CFD2A0}" type="presOf" srcId="{F1444AF4-BAC2-4181-B6D2-2184F3653599}" destId="{CC343AE4-474F-4CD5-8A97-E6A60600B940}" srcOrd="0" destOrd="0" presId="urn:microsoft.com/office/officeart/2024/layout/NumberedLinearArrowProcess"/>
    <dgm:cxn modelId="{FC51B1C4-5E1F-4887-A946-9E9300A26A5B}" type="presOf" srcId="{AF586C85-DC74-4438-AA8D-39F45990490E}" destId="{A593D699-72F7-47C7-974D-92D8FEB02CBA}" srcOrd="0" destOrd="0" presId="urn:microsoft.com/office/officeart/2024/layout/NumberedLinearArrowProcess"/>
    <dgm:cxn modelId="{2C2772D5-001C-405D-A8C4-307A250A9E45}" srcId="{F41FDEFD-ABF3-4E2F-8CD3-6FDAA0064E58}" destId="{2E72743A-0E07-4758-BF4D-7C5F438C2205}" srcOrd="2" destOrd="0" parTransId="{40FD4CF8-566E-466E-83D2-00C357B9D692}" sibTransId="{288D0C36-1928-42D4-A590-BE547C2D1F37}"/>
    <dgm:cxn modelId="{017AED89-2307-41B1-8C35-7AD875C535C2}" type="presParOf" srcId="{54B911D2-A71F-4749-A0F4-1A919F2A5E1D}" destId="{0D39A8D9-8D95-45C5-AE79-93DAB70901F6}" srcOrd="0" destOrd="0" presId="urn:microsoft.com/office/officeart/2024/layout/NumberedLinearArrowProcess"/>
    <dgm:cxn modelId="{F63C0B8E-3306-4F6D-AA04-F5256DBA774B}" type="presParOf" srcId="{0D39A8D9-8D95-45C5-AE79-93DAB70901F6}" destId="{E1246E2D-2022-4050-9334-0F56DAD5C220}" srcOrd="0" destOrd="0" presId="urn:microsoft.com/office/officeart/2024/layout/NumberedLinearArrowProcess"/>
    <dgm:cxn modelId="{B2B94B83-CBB6-4ADA-82E0-1D702E6942EB}" type="presParOf" srcId="{0D39A8D9-8D95-45C5-AE79-93DAB70901F6}" destId="{14A9F4F3-46C7-4D60-92B4-058F9005F0A3}" srcOrd="1" destOrd="0" presId="urn:microsoft.com/office/officeart/2024/layout/NumberedLinearArrowProcess"/>
    <dgm:cxn modelId="{F86A5E2E-93AF-4562-8837-72316C66C384}" type="presParOf" srcId="{14A9F4F3-46C7-4D60-92B4-058F9005F0A3}" destId="{0C881A73-EE82-4CE5-A75A-2DC97CAE8A92}" srcOrd="0" destOrd="0" presId="urn:microsoft.com/office/officeart/2024/layout/NumberedLinearArrowProcess"/>
    <dgm:cxn modelId="{0A0655F7-B0A3-44AE-9F87-412959195809}" type="presParOf" srcId="{14A9F4F3-46C7-4D60-92B4-058F9005F0A3}" destId="{CC343AE4-474F-4CD5-8A97-E6A60600B940}" srcOrd="1" destOrd="0" presId="urn:microsoft.com/office/officeart/2024/layout/NumberedLinearArrowProcess"/>
    <dgm:cxn modelId="{04DED583-2692-4119-81E2-A5F129BC4C3C}" type="presParOf" srcId="{14A9F4F3-46C7-4D60-92B4-058F9005F0A3}" destId="{A593D699-72F7-47C7-974D-92D8FEB02CBA}" srcOrd="2" destOrd="0" presId="urn:microsoft.com/office/officeart/2024/layout/NumberedLinearArrowProcess"/>
    <dgm:cxn modelId="{2C8F3460-173A-4E48-97AE-5FE1DE1E650C}" type="presParOf" srcId="{14A9F4F3-46C7-4D60-92B4-058F9005F0A3}" destId="{922F5512-7B1A-464D-9C84-F0DAB2058CF5}" srcOrd="3" destOrd="0" presId="urn:microsoft.com/office/officeart/2024/layout/NumberedLinearArrowProcess"/>
    <dgm:cxn modelId="{8E815219-4D7A-4004-9A71-A37AB1781BDD}" type="presParOf" srcId="{14A9F4F3-46C7-4D60-92B4-058F9005F0A3}" destId="{A11FF7B3-A58F-4692-BF2E-330578CE16A7}" srcOrd="4" destOrd="0" presId="urn:microsoft.com/office/officeart/2024/layout/NumberedLinearArrowProcess"/>
    <dgm:cxn modelId="{36E924E0-EE85-4BA9-B507-C13336B32D56}" type="presParOf" srcId="{0D39A8D9-8D95-45C5-AE79-93DAB70901F6}" destId="{BF96C9EB-7569-4355-9CBC-5FCE376EA7C0}" srcOrd="2" destOrd="0" presId="urn:microsoft.com/office/officeart/2024/layout/NumberedLinearArrowProcess"/>
    <dgm:cxn modelId="{D943CAC0-B975-45C2-B470-9EB064E86099}" type="presParOf" srcId="{54B911D2-A71F-4749-A0F4-1A919F2A5E1D}" destId="{B249C5E8-9556-4693-831B-7CF9994CF3E2}" srcOrd="1" destOrd="0" presId="urn:microsoft.com/office/officeart/2024/layout/NumberedLinearArrowProcess"/>
    <dgm:cxn modelId="{F8D67053-B322-4642-97E8-7C4CF8F99D7F}" type="presParOf" srcId="{54B911D2-A71F-4749-A0F4-1A919F2A5E1D}" destId="{AE8A970B-AAF3-4C6A-8D19-4CA3F011819B}" srcOrd="2" destOrd="0" presId="urn:microsoft.com/office/officeart/2024/layout/NumberedLinearArrowProcess"/>
    <dgm:cxn modelId="{EE097AAF-2E05-4478-AA2E-ED0C5E29962C}" type="presParOf" srcId="{AE8A970B-AAF3-4C6A-8D19-4CA3F011819B}" destId="{61DE215A-2885-403C-955F-8370873FBF67}" srcOrd="0" destOrd="0" presId="urn:microsoft.com/office/officeart/2024/layout/NumberedLinearArrowProcess"/>
    <dgm:cxn modelId="{9D08F95B-0E11-44A6-AEB5-1B0DB254E0DA}" type="presParOf" srcId="{AE8A970B-AAF3-4C6A-8D19-4CA3F011819B}" destId="{9D7A3B19-3C0E-4B54-A336-0C013E803A13}" srcOrd="1" destOrd="0" presId="urn:microsoft.com/office/officeart/2024/layout/NumberedLinearArrowProcess"/>
    <dgm:cxn modelId="{B116C542-D764-46EA-A673-9B260C6709A3}" type="presParOf" srcId="{9D7A3B19-3C0E-4B54-A336-0C013E803A13}" destId="{00386A80-DFEE-4070-807B-10D1E7922747}" srcOrd="0" destOrd="0" presId="urn:microsoft.com/office/officeart/2024/layout/NumberedLinearArrowProcess"/>
    <dgm:cxn modelId="{744C1CCC-836B-41C3-9B2C-7436ED0D8652}" type="presParOf" srcId="{9D7A3B19-3C0E-4B54-A336-0C013E803A13}" destId="{3DE27473-1B1A-426C-A6B4-26C1067DDD8D}" srcOrd="1" destOrd="0" presId="urn:microsoft.com/office/officeart/2024/layout/NumberedLinearArrowProcess"/>
    <dgm:cxn modelId="{BB1A354C-37BB-4063-AD6B-3C163DC400D8}" type="presParOf" srcId="{9D7A3B19-3C0E-4B54-A336-0C013E803A13}" destId="{73EF6164-3A5D-401C-A341-9B60445CF3C9}" srcOrd="2" destOrd="0" presId="urn:microsoft.com/office/officeart/2024/layout/NumberedLinearArrowProcess"/>
    <dgm:cxn modelId="{DF9CA17B-B714-4CF7-921E-A7E13AE66C3E}" type="presParOf" srcId="{9D7A3B19-3C0E-4B54-A336-0C013E803A13}" destId="{2E995BCB-C021-4E79-A550-019D8530AAE0}" srcOrd="3" destOrd="0" presId="urn:microsoft.com/office/officeart/2024/layout/NumberedLinearArrowProcess"/>
    <dgm:cxn modelId="{C03EF8FF-E846-4939-B54F-D8334A2E688F}" type="presParOf" srcId="{9D7A3B19-3C0E-4B54-A336-0C013E803A13}" destId="{746AE80C-34B4-49AE-9FDD-807BCC7FC18C}" srcOrd="4" destOrd="0" presId="urn:microsoft.com/office/officeart/2024/layout/NumberedLinearArrowProcess"/>
    <dgm:cxn modelId="{DCF9746F-E6A8-4B57-8529-96E3696972B9}" type="presParOf" srcId="{AE8A970B-AAF3-4C6A-8D19-4CA3F011819B}" destId="{53111B5C-5B76-4055-B4C4-AFCCB756ECE9}" srcOrd="2" destOrd="0" presId="urn:microsoft.com/office/officeart/2024/layout/NumberedLinearArrowProcess"/>
    <dgm:cxn modelId="{D4A4CB9E-00E9-4700-95FB-FCBD7F3F9C2F}" type="presParOf" srcId="{54B911D2-A71F-4749-A0F4-1A919F2A5E1D}" destId="{188133D4-5AF1-4174-B083-A1BAC43A3D96}" srcOrd="3" destOrd="0" presId="urn:microsoft.com/office/officeart/2024/layout/NumberedLinearArrowProcess"/>
    <dgm:cxn modelId="{B5DEEF15-5B4C-4690-ABCD-4ECD01320FF6}" type="presParOf" srcId="{54B911D2-A71F-4749-A0F4-1A919F2A5E1D}" destId="{3F1AA6AE-8201-403E-8CB0-CAA7680916B3}" srcOrd="4" destOrd="0" presId="urn:microsoft.com/office/officeart/2024/layout/NumberedLinearArrowProcess"/>
    <dgm:cxn modelId="{3317428C-0839-461B-A70F-02DA893282CA}" type="presParOf" srcId="{3F1AA6AE-8201-403E-8CB0-CAA7680916B3}" destId="{D5479D33-301B-4844-98AF-6BC55C6A9C4F}" srcOrd="0" destOrd="0" presId="urn:microsoft.com/office/officeart/2024/layout/NumberedLinearArrowProcess"/>
    <dgm:cxn modelId="{FABDBBAD-EEDA-4DD0-B6A2-C5C6A5CEC7F0}" type="presParOf" srcId="{3F1AA6AE-8201-403E-8CB0-CAA7680916B3}" destId="{584FB7BE-D924-45D6-B774-FCEF3581BA69}" srcOrd="1" destOrd="0" presId="urn:microsoft.com/office/officeart/2024/layout/NumberedLinearArrowProcess"/>
    <dgm:cxn modelId="{0ADF7C27-D44D-4788-A38F-078E76C93198}" type="presParOf" srcId="{584FB7BE-D924-45D6-B774-FCEF3581BA69}" destId="{A1134B60-27F8-4ADD-BEBE-9DB792BE3435}" srcOrd="0" destOrd="0" presId="urn:microsoft.com/office/officeart/2024/layout/NumberedLinearArrowProcess"/>
    <dgm:cxn modelId="{A3B8C304-70AF-4676-BC64-4AEC77CBCF72}" type="presParOf" srcId="{584FB7BE-D924-45D6-B774-FCEF3581BA69}" destId="{91B1A91C-D521-4627-B8D0-AF7456A965C5}" srcOrd="1" destOrd="0" presId="urn:microsoft.com/office/officeart/2024/layout/NumberedLinearArrowProcess"/>
    <dgm:cxn modelId="{9FF581AB-39D4-488C-BAAC-A1C59EA75056}" type="presParOf" srcId="{584FB7BE-D924-45D6-B774-FCEF3581BA69}" destId="{0C51BF91-2EEB-45E6-ADBE-0C767D213C90}" srcOrd="2" destOrd="0" presId="urn:microsoft.com/office/officeart/2024/layout/NumberedLinearArrowProcess"/>
    <dgm:cxn modelId="{C7F515BA-7FA6-4FDD-91AB-D0291A8DC955}" type="presParOf" srcId="{584FB7BE-D924-45D6-B774-FCEF3581BA69}" destId="{2EC2E996-339E-4D38-AD22-9A238EC2E355}" srcOrd="3" destOrd="0" presId="urn:microsoft.com/office/officeart/2024/layout/NumberedLinearArrowProcess"/>
    <dgm:cxn modelId="{1019B132-F842-4CBD-A933-B426D419F799}" type="presParOf" srcId="{584FB7BE-D924-45D6-B774-FCEF3581BA69}" destId="{ECBFBEA5-C05B-4290-A402-C226D8E53DDB}" srcOrd="4" destOrd="0" presId="urn:microsoft.com/office/officeart/2024/layout/NumberedLinearArrowProcess"/>
    <dgm:cxn modelId="{2BBBBFAC-FB4A-4D30-A581-FB9F05C2A85F}" type="presParOf" srcId="{3F1AA6AE-8201-403E-8CB0-CAA7680916B3}" destId="{7AC6B69B-88D5-4422-8EA4-5F3CE82D1680}" srcOrd="2" destOrd="0" presId="urn:microsoft.com/office/officeart/2024/layout/NumberedLinear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881A73-EE82-4CE5-A75A-2DC97CAE8A92}">
      <dsp:nvSpPr>
        <dsp:cNvPr id="0" name=""/>
        <dsp:cNvSpPr/>
      </dsp:nvSpPr>
      <dsp:spPr>
        <a:xfrm>
          <a:off x="1953373" y="516616"/>
          <a:ext cx="123975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C343AE4-474F-4CD5-8A97-E6A60600B940}">
      <dsp:nvSpPr>
        <dsp:cNvPr id="0" name=""/>
        <dsp:cNvSpPr/>
      </dsp:nvSpPr>
      <dsp:spPr>
        <a:xfrm>
          <a:off x="3086859" y="372133"/>
          <a:ext cx="162938" cy="305969"/>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A593D699-72F7-47C7-974D-92D8FEB02CBA}">
      <dsp:nvSpPr>
        <dsp:cNvPr id="0" name=""/>
        <dsp:cNvSpPr/>
      </dsp:nvSpPr>
      <dsp:spPr>
        <a:xfrm>
          <a:off x="1259691" y="78"/>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1</a:t>
          </a:r>
        </a:p>
      </dsp:txBody>
      <dsp:txXfrm>
        <a:off x="1410992" y="151379"/>
        <a:ext cx="730547" cy="730547"/>
      </dsp:txXfrm>
    </dsp:sp>
    <dsp:sp modelId="{A11FF7B3-A58F-4692-BF2E-330578CE16A7}">
      <dsp:nvSpPr>
        <dsp:cNvPr id="0" name=""/>
        <dsp:cNvSpPr/>
      </dsp:nvSpPr>
      <dsp:spPr>
        <a:xfrm>
          <a:off x="1776230" y="1105210"/>
          <a:ext cx="72" cy="594940"/>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F96C9EB-7569-4355-9CBC-5FCE376EA7C0}">
      <dsp:nvSpPr>
        <dsp:cNvPr id="0" name=""/>
        <dsp:cNvSpPr/>
      </dsp:nvSpPr>
      <dsp:spPr>
        <a:xfrm>
          <a:off x="182300"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kern="1200"/>
            <a:t>Memorial Sloan Kettering Cancer (MSK) IMPACT, MET, and CHORD</a:t>
          </a:r>
        </a:p>
      </dsp:txBody>
      <dsp:txXfrm>
        <a:off x="225986" y="1743915"/>
        <a:ext cx="3100558" cy="1404172"/>
      </dsp:txXfrm>
    </dsp:sp>
    <dsp:sp modelId="{00386A80-DFEE-4070-807B-10D1E7922747}">
      <dsp:nvSpPr>
        <dsp:cNvPr id="0" name=""/>
        <dsp:cNvSpPr/>
      </dsp:nvSpPr>
      <dsp:spPr>
        <a:xfrm>
          <a:off x="3547338" y="516543"/>
          <a:ext cx="3187930"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DE27473-1B1A-426C-A6B4-26C1067DDD8D}">
      <dsp:nvSpPr>
        <dsp:cNvPr id="0" name=""/>
        <dsp:cNvSpPr/>
      </dsp:nvSpPr>
      <dsp:spPr>
        <a:xfrm>
          <a:off x="6629003" y="372059"/>
          <a:ext cx="162938" cy="306036"/>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73EF6164-3A5D-401C-A341-9B60445CF3C9}">
      <dsp:nvSpPr>
        <dsp:cNvPr id="0" name=""/>
        <dsp:cNvSpPr/>
      </dsp:nvSpPr>
      <dsp:spPr>
        <a:xfrm>
          <a:off x="4801835" y="4"/>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2</a:t>
          </a:r>
          <a:endParaRPr lang="en-US" sz="4600" kern="1200" dirty="0"/>
        </a:p>
      </dsp:txBody>
      <dsp:txXfrm>
        <a:off x="4953136" y="151305"/>
        <a:ext cx="730547" cy="730547"/>
      </dsp:txXfrm>
    </dsp:sp>
    <dsp:sp modelId="{746AE80C-34B4-49AE-9FDD-807BCC7FC18C}">
      <dsp:nvSpPr>
        <dsp:cNvPr id="0" name=""/>
        <dsp:cNvSpPr/>
      </dsp:nvSpPr>
      <dsp:spPr>
        <a:xfrm>
          <a:off x="5318374" y="1105153"/>
          <a:ext cx="72" cy="595071"/>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3111B5C-5B76-4055-B4C4-AFCCB756ECE9}">
      <dsp:nvSpPr>
        <dsp:cNvPr id="0" name=""/>
        <dsp:cNvSpPr/>
      </dsp:nvSpPr>
      <dsp:spPr>
        <a:xfrm>
          <a:off x="3724445"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1" kern="1200" dirty="0"/>
            <a:t>Data exploration reshaped our question </a:t>
          </a:r>
        </a:p>
      </dsp:txBody>
      <dsp:txXfrm>
        <a:off x="3768131" y="1743915"/>
        <a:ext cx="3100558" cy="1404172"/>
      </dsp:txXfrm>
    </dsp:sp>
    <dsp:sp modelId="{A1134B60-27F8-4ADD-BEBE-9DB792BE3435}">
      <dsp:nvSpPr>
        <dsp:cNvPr id="0" name=""/>
        <dsp:cNvSpPr/>
      </dsp:nvSpPr>
      <dsp:spPr>
        <a:xfrm>
          <a:off x="7089482" y="516538"/>
          <a:ext cx="1771072"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51BF91-2EEB-45E6-ADBE-0C767D213C90}">
      <dsp:nvSpPr>
        <dsp:cNvPr id="0" name=""/>
        <dsp:cNvSpPr/>
      </dsp:nvSpPr>
      <dsp:spPr>
        <a:xfrm>
          <a:off x="8343980" y="0"/>
          <a:ext cx="1033149" cy="1033149"/>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92" tIns="40092" rIns="40092" bIns="40092" numCol="1" spcCol="1270" anchor="ctr" anchorCtr="0">
          <a:noAutofit/>
        </a:bodyPr>
        <a:lstStyle/>
        <a:p>
          <a:pPr marL="0" lvl="0" indent="0" algn="ctr" defTabSz="2044700">
            <a:lnSpc>
              <a:spcPct val="90000"/>
            </a:lnSpc>
            <a:spcBef>
              <a:spcPct val="0"/>
            </a:spcBef>
            <a:spcAft>
              <a:spcPct val="35000"/>
            </a:spcAft>
            <a:buNone/>
          </a:pPr>
          <a:r>
            <a:rPr lang="en-US" sz="4600" kern="1200"/>
            <a:t>3</a:t>
          </a:r>
        </a:p>
      </dsp:txBody>
      <dsp:txXfrm>
        <a:off x="8495281" y="151301"/>
        <a:ext cx="730547" cy="730547"/>
      </dsp:txXfrm>
    </dsp:sp>
    <dsp:sp modelId="{ECBFBEA5-C05B-4290-A402-C226D8E53DDB}">
      <dsp:nvSpPr>
        <dsp:cNvPr id="0" name=""/>
        <dsp:cNvSpPr/>
      </dsp:nvSpPr>
      <dsp:spPr>
        <a:xfrm>
          <a:off x="8860518" y="1105149"/>
          <a:ext cx="72" cy="59507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C6B69B-88D5-4422-8EA4-5F3CE82D1680}">
      <dsp:nvSpPr>
        <dsp:cNvPr id="0" name=""/>
        <dsp:cNvSpPr/>
      </dsp:nvSpPr>
      <dsp:spPr>
        <a:xfrm>
          <a:off x="7266589" y="1700229"/>
          <a:ext cx="3187930" cy="149154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6232" tIns="165100" rIns="56232" bIns="165100" numCol="1" spcCol="1270" anchor="t" anchorCtr="0">
          <a:noAutofit/>
        </a:bodyPr>
        <a:lstStyle/>
        <a:p>
          <a:pPr marL="0" lvl="0" indent="0" algn="ctr" defTabSz="755650">
            <a:lnSpc>
              <a:spcPct val="90000"/>
            </a:lnSpc>
            <a:spcBef>
              <a:spcPct val="0"/>
            </a:spcBef>
            <a:spcAft>
              <a:spcPct val="35000"/>
            </a:spcAft>
            <a:buNone/>
          </a:pPr>
          <a:r>
            <a:rPr lang="en-US" sz="1700" b="0" kern="1200" dirty="0"/>
            <a:t>Can we predict if </a:t>
          </a:r>
          <a:r>
            <a:rPr lang="en-US" sz="1700" b="1" kern="1200" dirty="0"/>
            <a:t>a sample was collected pre- or post- treatment</a:t>
          </a:r>
          <a:r>
            <a:rPr lang="en-US" sz="1700" b="0" kern="1200" dirty="0"/>
            <a:t>? Using SHAP, </a:t>
          </a:r>
          <a:r>
            <a:rPr lang="en-US" sz="1700" b="1" kern="1200" dirty="0"/>
            <a:t>what features will our model use </a:t>
          </a:r>
          <a:r>
            <a:rPr lang="en-US" sz="1700" b="0" kern="1200" dirty="0"/>
            <a:t>to make a prediction?</a:t>
          </a:r>
        </a:p>
      </dsp:txBody>
      <dsp:txXfrm>
        <a:off x="7310275" y="1743915"/>
        <a:ext cx="3100558" cy="1404172"/>
      </dsp:txXfrm>
    </dsp:sp>
  </dsp:spTree>
</dsp:drawing>
</file>

<file path=ppt/diagrams/layout1.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54C228-F786-4CDA-808C-4C1BFF4F04CB}"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494E22-0A06-4673-AB45-D6CF47870101}" type="slidenum">
              <a:rPr lang="en-US" smtClean="0"/>
              <a:t>‹#›</a:t>
            </a:fld>
            <a:endParaRPr lang="en-US"/>
          </a:p>
        </p:txBody>
      </p:sp>
    </p:spTree>
    <p:extLst>
      <p:ext uri="{BB962C8B-B14F-4D97-AF65-F5344CB8AC3E}">
        <p14:creationId xmlns:p14="http://schemas.microsoft.com/office/powerpoint/2010/main" val="3648957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Vivian</a:t>
            </a:r>
          </a:p>
        </p:txBody>
      </p:sp>
      <p:sp>
        <p:nvSpPr>
          <p:cNvPr id="4" name="Slide Number Placeholder 3"/>
          <p:cNvSpPr>
            <a:spLocks noGrp="1"/>
          </p:cNvSpPr>
          <p:nvPr>
            <p:ph type="sldNum" sz="quarter" idx="5"/>
          </p:nvPr>
        </p:nvSpPr>
        <p:spPr/>
        <p:txBody>
          <a:bodyPr/>
          <a:lstStyle/>
          <a:p>
            <a:fld id="{7D494E22-0A06-4673-AB45-D6CF47870101}" type="slidenum">
              <a:rPr lang="en-US" smtClean="0"/>
              <a:t>2</a:t>
            </a:fld>
            <a:endParaRPr lang="en-US"/>
          </a:p>
        </p:txBody>
      </p:sp>
    </p:spTree>
    <p:extLst>
      <p:ext uri="{BB962C8B-B14F-4D97-AF65-F5344CB8AC3E}">
        <p14:creationId xmlns:p14="http://schemas.microsoft.com/office/powerpoint/2010/main" val="3275277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 Today, we will present an exploration of our dataset and explain how it reshaped our question. Frame the discussion of IMPACT, MET, and CHORD as what features we have available. In each slide, explain what types of missing or incomplete data exist. </a:t>
            </a:r>
          </a:p>
          <a:p>
            <a:r>
              <a:rPr lang="en-US" dirty="0"/>
              <a:t>Vivian</a:t>
            </a:r>
          </a:p>
        </p:txBody>
      </p:sp>
      <p:sp>
        <p:nvSpPr>
          <p:cNvPr id="4" name="Slide Number Placeholder 3"/>
          <p:cNvSpPr>
            <a:spLocks noGrp="1"/>
          </p:cNvSpPr>
          <p:nvPr>
            <p:ph type="sldNum" sz="quarter" idx="5"/>
          </p:nvPr>
        </p:nvSpPr>
        <p:spPr/>
        <p:txBody>
          <a:bodyPr/>
          <a:lstStyle/>
          <a:p>
            <a:fld id="{7D494E22-0A06-4673-AB45-D6CF47870101}" type="slidenum">
              <a:rPr lang="en-US" smtClean="0"/>
              <a:t>3</a:t>
            </a:fld>
            <a:endParaRPr lang="en-US"/>
          </a:p>
        </p:txBody>
      </p:sp>
    </p:spTree>
    <p:extLst>
      <p:ext uri="{BB962C8B-B14F-4D97-AF65-F5344CB8AC3E}">
        <p14:creationId xmlns:p14="http://schemas.microsoft.com/office/powerpoint/2010/main" val="745697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4</a:t>
            </a:fld>
            <a:endParaRPr lang="en-US"/>
          </a:p>
        </p:txBody>
      </p:sp>
    </p:spTree>
    <p:extLst>
      <p:ext uri="{BB962C8B-B14F-4D97-AF65-F5344CB8AC3E}">
        <p14:creationId xmlns:p14="http://schemas.microsoft.com/office/powerpoint/2010/main" val="2045077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5</a:t>
            </a:fld>
            <a:endParaRPr lang="en-US"/>
          </a:p>
        </p:txBody>
      </p:sp>
    </p:spTree>
    <p:extLst>
      <p:ext uri="{BB962C8B-B14F-4D97-AF65-F5344CB8AC3E}">
        <p14:creationId xmlns:p14="http://schemas.microsoft.com/office/powerpoint/2010/main" val="365297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Vivian</a:t>
            </a:r>
          </a:p>
        </p:txBody>
      </p:sp>
      <p:sp>
        <p:nvSpPr>
          <p:cNvPr id="4" name="Slide Number Placeholder 3"/>
          <p:cNvSpPr>
            <a:spLocks noGrp="1"/>
          </p:cNvSpPr>
          <p:nvPr>
            <p:ph type="sldNum" sz="quarter" idx="5"/>
          </p:nvPr>
        </p:nvSpPr>
        <p:spPr/>
        <p:txBody>
          <a:bodyPr/>
          <a:lstStyle/>
          <a:p>
            <a:fld id="{7D494E22-0A06-4673-AB45-D6CF47870101}" type="slidenum">
              <a:rPr lang="en-US" smtClean="0"/>
              <a:t>6</a:t>
            </a:fld>
            <a:endParaRPr lang="en-US"/>
          </a:p>
        </p:txBody>
      </p:sp>
    </p:spTree>
    <p:extLst>
      <p:ext uri="{BB962C8B-B14F-4D97-AF65-F5344CB8AC3E}">
        <p14:creationId xmlns:p14="http://schemas.microsoft.com/office/powerpoint/2010/main" val="990324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these datasets are comprehensive</a:t>
            </a:r>
          </a:p>
        </p:txBody>
      </p:sp>
      <p:sp>
        <p:nvSpPr>
          <p:cNvPr id="4" name="Slide Number Placeholder 3"/>
          <p:cNvSpPr>
            <a:spLocks noGrp="1"/>
          </p:cNvSpPr>
          <p:nvPr>
            <p:ph type="sldNum" sz="quarter" idx="5"/>
          </p:nvPr>
        </p:nvSpPr>
        <p:spPr/>
        <p:txBody>
          <a:bodyPr/>
          <a:lstStyle/>
          <a:p>
            <a:fld id="{7D494E22-0A06-4673-AB45-D6CF47870101}" type="slidenum">
              <a:rPr lang="en-US" smtClean="0"/>
              <a:t>7</a:t>
            </a:fld>
            <a:endParaRPr lang="en-US"/>
          </a:p>
        </p:txBody>
      </p:sp>
    </p:spTree>
    <p:extLst>
      <p:ext uri="{BB962C8B-B14F-4D97-AF65-F5344CB8AC3E}">
        <p14:creationId xmlns:p14="http://schemas.microsoft.com/office/powerpoint/2010/main" val="13297483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494E22-0A06-4673-AB45-D6CF47870101}" type="slidenum">
              <a:rPr lang="en-US" smtClean="0"/>
              <a:t>10</a:t>
            </a:fld>
            <a:endParaRPr lang="en-US"/>
          </a:p>
        </p:txBody>
      </p:sp>
    </p:spTree>
    <p:extLst>
      <p:ext uri="{BB962C8B-B14F-4D97-AF65-F5344CB8AC3E}">
        <p14:creationId xmlns:p14="http://schemas.microsoft.com/office/powerpoint/2010/main" val="2704303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A452C-8A63-A6BD-4900-61215612CEE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32E78C-36D7-20AC-3288-BD2A78B4EB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D172B16-74F4-A0EE-514B-BB16A90C291E}"/>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D3CAC17F-097E-E093-D805-307FAD4BC5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486D2A-2EC1-A4E7-49F5-B74FA946B08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8539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516D-99E9-87EC-F63E-C9414A6694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9EC34D-45BB-79E1-F16F-295ECCFFFF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FCF9E5-DF70-F7D3-BEA7-9B3E1ACA7C72}"/>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72C8DB3A-3101-F03B-A024-8BC2326968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C7A34-41AC-F6FB-9C3A-A7F4AA61467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048658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D8E76-ED5A-8C70-0F7A-B949D4F6A3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D366B2-55E6-4D79-8B9D-8332345434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B7B2E19-5761-F8FD-3666-BD5BD4D32927}"/>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FD660F42-8040-87AF-8B56-6FA8357325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AB9C58-7BC2-9833-2AFE-19D0C766C412}"/>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7658008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CBFB1-7E27-4F13-83AF-F86A0E4F21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09AFE-E753-0267-1584-05871E9D1B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71C7CE-FBD7-5AEE-2B92-3876ED3632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BBC79FB-D62E-7E84-E02E-1AEA7CB1F48C}"/>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946C040D-2F85-51D6-C1A6-6F4491F0E5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17169B-D6C2-DF60-C36C-7AF972621701}"/>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3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9E39-0236-DF7B-5622-ED413589501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12C90-67A6-5649-358D-6B8030BCB6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3764D0-18C9-AE8A-205E-BD8188F73D8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B9BD51-DED6-C0E3-A10C-69041E941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A4A954B-C7B5-A524-8A97-5C75631559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A0A6EE-05CA-2395-C960-C8A5CE1D9751}"/>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8" name="Footer Placeholder 7">
            <a:extLst>
              <a:ext uri="{FF2B5EF4-FFF2-40B4-BE49-F238E27FC236}">
                <a16:creationId xmlns:a16="http://schemas.microsoft.com/office/drawing/2014/main" id="{ACE6B5FA-6400-4C11-66FD-443257A08E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267573-CFD2-7EFF-3B5A-9C592216EEC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0907462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AB394-966A-2E29-C45D-E03FD15C1E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2BF5A-196B-67F0-1B7C-E766C7A47403}"/>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4" name="Footer Placeholder 3">
            <a:extLst>
              <a:ext uri="{FF2B5EF4-FFF2-40B4-BE49-F238E27FC236}">
                <a16:creationId xmlns:a16="http://schemas.microsoft.com/office/drawing/2014/main" id="{BA1A33AA-D462-9A59-8A59-A8D32868B8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ABAE38-F1EE-9DE5-7D19-B171F79EF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1181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A37A8-814A-D803-04E8-1C9C203AEF6F}"/>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3" name="Footer Placeholder 2">
            <a:extLst>
              <a:ext uri="{FF2B5EF4-FFF2-40B4-BE49-F238E27FC236}">
                <a16:creationId xmlns:a16="http://schemas.microsoft.com/office/drawing/2014/main" id="{7E736E8C-8869-8276-B1BC-2F7A0BBD5C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8A95E63-3CD9-91FE-1AB6-7AC412151A64}"/>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656797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656A1-A6D3-205D-D58F-2B90C6386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C72DE1-AA46-51B8-EBC0-F4B959A8BD8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12CADA-BAC3-DAA6-A8CB-66F742FA8D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659C22-704E-04B3-4A5C-C3E8F54F24A3}"/>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92BF62E4-1F31-0229-6C35-EC3021C105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E4CC49-A2CF-7C79-3121-DDB222E86E29}"/>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2018536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5BE9-3F32-50D3-462A-312E19D69D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F7B5C-0693-E25C-326F-9BAB26C0F7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187718A-5318-EDED-596D-A505FBBC8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3FEEE2-71DC-F009-0DC3-1C273751D1E6}"/>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6" name="Footer Placeholder 5">
            <a:extLst>
              <a:ext uri="{FF2B5EF4-FFF2-40B4-BE49-F238E27FC236}">
                <a16:creationId xmlns:a16="http://schemas.microsoft.com/office/drawing/2014/main" id="{F3D575CF-0254-F478-809D-EE93327CC7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30756A-12F1-94FF-6EDA-A82696A95566}"/>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4118662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6C95E-F10D-8167-400F-E6E03D65BF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1F983-AA89-BE04-8CDE-CAF09139A39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4B860C-3014-3DC3-4B26-8C64F2F0BC6C}"/>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D09A1740-B8DB-2895-7F19-E1F7F30A10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E8069-1238-1F77-34A1-73DF936DD6FC}"/>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3506748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2D2995-3F69-BF9D-DDE0-610E6483461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C46BEFD-7D52-A6B5-BA6E-4D3207F24C8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21DE15-8193-3A73-3839-FC9CE51F2A30}"/>
              </a:ext>
            </a:extLst>
          </p:cNvPr>
          <p:cNvSpPr>
            <a:spLocks noGrp="1"/>
          </p:cNvSpPr>
          <p:nvPr>
            <p:ph type="dt" sz="half" idx="10"/>
          </p:nvPr>
        </p:nvSpPr>
        <p:spPr/>
        <p:txBody>
          <a:body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843D5F0E-9E44-FFF0-F3E1-3FFA6A896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69A834-E65A-4F47-DCB3-DD85E819D32E}"/>
              </a:ext>
            </a:extLst>
          </p:cNvPr>
          <p:cNvSpPr>
            <a:spLocks noGrp="1"/>
          </p:cNvSpPr>
          <p:nvPr>
            <p:ph type="sldNum" sz="quarter" idx="12"/>
          </p:nvPr>
        </p:nvSpPr>
        <p:spPr/>
        <p:txBody>
          <a:bodyPr/>
          <a:lstStyle/>
          <a:p>
            <a:fld id="{A017A62D-314D-43F4-A04A-B602656A322C}" type="slidenum">
              <a:rPr lang="en-US" smtClean="0"/>
              <a:t>‹#›</a:t>
            </a:fld>
            <a:endParaRPr lang="en-US"/>
          </a:p>
        </p:txBody>
      </p:sp>
    </p:spTree>
    <p:extLst>
      <p:ext uri="{BB962C8B-B14F-4D97-AF65-F5344CB8AC3E}">
        <p14:creationId xmlns:p14="http://schemas.microsoft.com/office/powerpoint/2010/main" val="114499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38D9CC-789C-5373-6236-2743A83A01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048A765-8B22-CF14-E9FE-AD9287B5F4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891AE5-D298-5894-C575-904DB23B46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A6739A-EBCF-4BB5-8BCB-ACC515A699E9}" type="datetimeFigureOut">
              <a:rPr lang="en-US" smtClean="0"/>
              <a:t>10/13/2026</a:t>
            </a:fld>
            <a:endParaRPr lang="en-US"/>
          </a:p>
        </p:txBody>
      </p:sp>
      <p:sp>
        <p:nvSpPr>
          <p:cNvPr id="5" name="Footer Placeholder 4">
            <a:extLst>
              <a:ext uri="{FF2B5EF4-FFF2-40B4-BE49-F238E27FC236}">
                <a16:creationId xmlns:a16="http://schemas.microsoft.com/office/drawing/2014/main" id="{823DCDA2-46DB-B8CE-A3B1-C26BC0D3F8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6112BFF-D1F9-A824-22ED-AEA235FE3B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17A62D-314D-43F4-A04A-B602656A322C}" type="slidenum">
              <a:rPr lang="en-US" smtClean="0"/>
              <a:t>‹#›</a:t>
            </a:fld>
            <a:endParaRPr lang="en-US"/>
          </a:p>
        </p:txBody>
      </p:sp>
    </p:spTree>
    <p:extLst>
      <p:ext uri="{BB962C8B-B14F-4D97-AF65-F5344CB8AC3E}">
        <p14:creationId xmlns:p14="http://schemas.microsoft.com/office/powerpoint/2010/main" val="30412719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www.cancer.gov/publications/dictionaries/cancer-terms/def/metastasis" TargetMode="External"/><Relationship Id="rId5" Type="http://schemas.openxmlformats.org/officeDocument/2006/relationships/image" Target="../media/image2.png"/><Relationship Id="rId4" Type="http://schemas.openxmlformats.org/officeDocument/2006/relationships/hyperlink" Target="https://www.mdpi.com/2072-6694/13/4/806" TargetMode="Externa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9E8A2D1-F3FB-456F-49C1-8E6588140325}"/>
              </a:ext>
            </a:extLst>
          </p:cNvPr>
          <p:cNvSpPr>
            <a:spLocks noGrp="1"/>
          </p:cNvSpPr>
          <p:nvPr>
            <p:ph type="ctrTitle"/>
          </p:nvPr>
        </p:nvSpPr>
        <p:spPr>
          <a:xfrm>
            <a:off x="789708" y="666351"/>
            <a:ext cx="10558405" cy="3044335"/>
          </a:xfrm>
        </p:spPr>
        <p:txBody>
          <a:bodyPr anchor="b">
            <a:normAutofit/>
          </a:bodyPr>
          <a:lstStyle/>
          <a:p>
            <a:r>
              <a:rPr lang="en-US" sz="4800" dirty="0">
                <a:solidFill>
                  <a:schemeClr val="bg1"/>
                </a:solidFill>
              </a:rPr>
              <a:t>Identifying tumor pseudo-longitudinal resistance signatures</a:t>
            </a:r>
          </a:p>
        </p:txBody>
      </p:sp>
      <p:sp>
        <p:nvSpPr>
          <p:cNvPr id="3" name="Subtitle 2">
            <a:extLst>
              <a:ext uri="{FF2B5EF4-FFF2-40B4-BE49-F238E27FC236}">
                <a16:creationId xmlns:a16="http://schemas.microsoft.com/office/drawing/2014/main" id="{C87AC512-8BB7-6684-7D87-89B700D37CE9}"/>
              </a:ext>
            </a:extLst>
          </p:cNvPr>
          <p:cNvSpPr>
            <a:spLocks noGrp="1"/>
          </p:cNvSpPr>
          <p:nvPr>
            <p:ph type="subTitle" idx="1"/>
          </p:nvPr>
        </p:nvSpPr>
        <p:spPr>
          <a:xfrm>
            <a:off x="789708" y="3866064"/>
            <a:ext cx="10558405" cy="2234485"/>
          </a:xfrm>
        </p:spPr>
        <p:txBody>
          <a:bodyPr anchor="t">
            <a:normAutofit/>
          </a:bodyPr>
          <a:lstStyle/>
          <a:p>
            <a:r>
              <a:rPr lang="en-US" dirty="0">
                <a:solidFill>
                  <a:schemeClr val="bg1"/>
                </a:solidFill>
              </a:rPr>
              <a:t>Ben Rothschild, Shoshana </a:t>
            </a:r>
            <a:r>
              <a:rPr lang="en-US" dirty="0" err="1">
                <a:solidFill>
                  <a:schemeClr val="bg1"/>
                </a:solidFill>
              </a:rPr>
              <a:t>Stadlan</a:t>
            </a:r>
            <a:r>
              <a:rPr lang="en-US" dirty="0">
                <a:solidFill>
                  <a:schemeClr val="bg1"/>
                </a:solidFill>
              </a:rPr>
              <a:t>, and Vivian Zweig</a:t>
            </a:r>
          </a:p>
        </p:txBody>
      </p:sp>
    </p:spTree>
    <p:extLst>
      <p:ext uri="{BB962C8B-B14F-4D97-AF65-F5344CB8AC3E}">
        <p14:creationId xmlns:p14="http://schemas.microsoft.com/office/powerpoint/2010/main" val="1208273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A1C16-57EA-6262-C2D9-034761382F81}"/>
              </a:ext>
            </a:extLst>
          </p:cNvPr>
          <p:cNvSpPr>
            <a:spLocks noGrp="1"/>
          </p:cNvSpPr>
          <p:nvPr>
            <p:ph type="title"/>
          </p:nvPr>
        </p:nvSpPr>
        <p:spPr/>
        <p:txBody>
          <a:bodyPr/>
          <a:lstStyle/>
          <a:p>
            <a:r>
              <a:rPr lang="en-US" dirty="0"/>
              <a:t>Tumor recurrence and metastasis is a leading cause of cancer-related death </a:t>
            </a:r>
          </a:p>
        </p:txBody>
      </p:sp>
      <p:pic>
        <p:nvPicPr>
          <p:cNvPr id="9" name="Picture 8">
            <a:extLst>
              <a:ext uri="{FF2B5EF4-FFF2-40B4-BE49-F238E27FC236}">
                <a16:creationId xmlns:a16="http://schemas.microsoft.com/office/drawing/2014/main" id="{875A6C29-FAB3-2023-E8F4-A766A5C6F6C2}"/>
              </a:ext>
            </a:extLst>
          </p:cNvPr>
          <p:cNvPicPr>
            <a:picLocks noChangeAspect="1"/>
          </p:cNvPicPr>
          <p:nvPr/>
        </p:nvPicPr>
        <p:blipFill>
          <a:blip r:embed="rId3"/>
          <a:stretch>
            <a:fillRect/>
          </a:stretch>
        </p:blipFill>
        <p:spPr>
          <a:xfrm>
            <a:off x="567904" y="2832790"/>
            <a:ext cx="5484618" cy="2383316"/>
          </a:xfrm>
          <a:prstGeom prst="rect">
            <a:avLst/>
          </a:prstGeom>
        </p:spPr>
      </p:pic>
      <p:sp>
        <p:nvSpPr>
          <p:cNvPr id="11" name="TextBox 10">
            <a:extLst>
              <a:ext uri="{FF2B5EF4-FFF2-40B4-BE49-F238E27FC236}">
                <a16:creationId xmlns:a16="http://schemas.microsoft.com/office/drawing/2014/main" id="{F9AB8A75-ED4B-D1D7-D439-067B7755D94B}"/>
              </a:ext>
            </a:extLst>
          </p:cNvPr>
          <p:cNvSpPr txBox="1"/>
          <p:nvPr/>
        </p:nvSpPr>
        <p:spPr>
          <a:xfrm>
            <a:off x="567904" y="2067009"/>
            <a:ext cx="5457473" cy="1261884"/>
          </a:xfrm>
          <a:prstGeom prst="rect">
            <a:avLst/>
          </a:prstGeom>
          <a:noFill/>
        </p:spPr>
        <p:txBody>
          <a:bodyPr wrap="square">
            <a:spAutoFit/>
          </a:bodyPr>
          <a:lstStyle/>
          <a:p>
            <a:pPr algn="ctr" rtl="0">
              <a:buNone/>
            </a:pPr>
            <a:r>
              <a:rPr lang="en-US" sz="2000" b="1" i="0" u="none" strike="noStrike" dirty="0">
                <a:solidFill>
                  <a:schemeClr val="accent1"/>
                </a:solidFill>
                <a:effectLst/>
                <a:latin typeface="+mn-lt"/>
              </a:rPr>
              <a:t>Cancer </a:t>
            </a:r>
            <a:r>
              <a:rPr lang="en-US" sz="2000" b="1" i="0" u="none" strike="noStrike" dirty="0" err="1">
                <a:solidFill>
                  <a:schemeClr val="accent1"/>
                </a:solidFill>
                <a:effectLst/>
                <a:latin typeface="+mn-lt"/>
              </a:rPr>
              <a:t>subclonal</a:t>
            </a:r>
            <a:r>
              <a:rPr lang="en-US" sz="2000" b="1" i="0" u="none" strike="noStrike" dirty="0">
                <a:solidFill>
                  <a:schemeClr val="accent1"/>
                </a:solidFill>
                <a:effectLst/>
                <a:latin typeface="+mn-lt"/>
              </a:rPr>
              <a:t> populations drive progression, metastasis, and recurrence</a:t>
            </a:r>
            <a:endParaRPr lang="en-US" sz="2000" b="0" dirty="0">
              <a:solidFill>
                <a:schemeClr val="accent1"/>
              </a:solidFill>
              <a:effectLst/>
            </a:endParaRPr>
          </a:p>
          <a:p>
            <a:pPr>
              <a:buNone/>
            </a:pPr>
            <a:br>
              <a:rPr lang="en-US" dirty="0"/>
            </a:br>
            <a:endParaRPr lang="en-US" dirty="0"/>
          </a:p>
        </p:txBody>
      </p:sp>
      <p:sp>
        <p:nvSpPr>
          <p:cNvPr id="13" name="TextBox 12">
            <a:extLst>
              <a:ext uri="{FF2B5EF4-FFF2-40B4-BE49-F238E27FC236}">
                <a16:creationId xmlns:a16="http://schemas.microsoft.com/office/drawing/2014/main" id="{2833FE8B-0FFD-F55D-C366-618E94C174D3}"/>
              </a:ext>
            </a:extLst>
          </p:cNvPr>
          <p:cNvSpPr txBox="1"/>
          <p:nvPr/>
        </p:nvSpPr>
        <p:spPr>
          <a:xfrm>
            <a:off x="595048" y="5216106"/>
            <a:ext cx="5430329" cy="1138773"/>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4"/>
              </a:rPr>
              <a:t>Tumor Heterogeneity: A Great Barrier in the Age of Cancer Immunotherapy</a:t>
            </a:r>
            <a:r>
              <a:rPr lang="en-US" sz="1600" b="0" i="0" u="none" strike="noStrike" dirty="0">
                <a:solidFill>
                  <a:schemeClr val="tx1"/>
                </a:solidFill>
                <a:effectLst/>
                <a:latin typeface="+mn-lt"/>
              </a:rPr>
              <a:t> </a:t>
            </a:r>
            <a:endParaRPr lang="en-US" sz="1600" b="0" dirty="0">
              <a:effectLst/>
            </a:endParaRPr>
          </a:p>
          <a:p>
            <a:pPr>
              <a:buNone/>
            </a:pPr>
            <a:br>
              <a:rPr lang="en-US" dirty="0"/>
            </a:br>
            <a:endParaRPr lang="en-US" dirty="0"/>
          </a:p>
        </p:txBody>
      </p:sp>
      <p:pic>
        <p:nvPicPr>
          <p:cNvPr id="14" name="Picture 13">
            <a:extLst>
              <a:ext uri="{FF2B5EF4-FFF2-40B4-BE49-F238E27FC236}">
                <a16:creationId xmlns:a16="http://schemas.microsoft.com/office/drawing/2014/main" id="{EE70A72E-5EBC-C473-BF40-375AEE7746D7}"/>
              </a:ext>
            </a:extLst>
          </p:cNvPr>
          <p:cNvPicPr>
            <a:picLocks noChangeAspect="1"/>
          </p:cNvPicPr>
          <p:nvPr/>
        </p:nvPicPr>
        <p:blipFill>
          <a:blip r:embed="rId5"/>
          <a:stretch>
            <a:fillRect/>
          </a:stretch>
        </p:blipFill>
        <p:spPr>
          <a:xfrm>
            <a:off x="6815585" y="2067009"/>
            <a:ext cx="4807071" cy="3899854"/>
          </a:xfrm>
          <a:prstGeom prst="rect">
            <a:avLst/>
          </a:prstGeom>
        </p:spPr>
      </p:pic>
      <p:sp>
        <p:nvSpPr>
          <p:cNvPr id="16" name="TextBox 15">
            <a:extLst>
              <a:ext uri="{FF2B5EF4-FFF2-40B4-BE49-F238E27FC236}">
                <a16:creationId xmlns:a16="http://schemas.microsoft.com/office/drawing/2014/main" id="{557DD4DB-C15F-EDE4-ECD2-0682E5D4FC68}"/>
              </a:ext>
            </a:extLst>
          </p:cNvPr>
          <p:cNvSpPr txBox="1"/>
          <p:nvPr/>
        </p:nvSpPr>
        <p:spPr>
          <a:xfrm>
            <a:off x="7879150" y="5782876"/>
            <a:ext cx="2679939" cy="923330"/>
          </a:xfrm>
          <a:prstGeom prst="rect">
            <a:avLst/>
          </a:prstGeom>
          <a:noFill/>
        </p:spPr>
        <p:txBody>
          <a:bodyPr wrap="square">
            <a:spAutoFit/>
          </a:bodyPr>
          <a:lstStyle/>
          <a:p>
            <a:pPr rtl="0">
              <a:buNone/>
            </a:pPr>
            <a:r>
              <a:rPr lang="en-US" sz="1600" b="0" i="0" u="sng" strike="noStrike" dirty="0">
                <a:solidFill>
                  <a:schemeClr val="tx1"/>
                </a:solidFill>
                <a:effectLst/>
                <a:latin typeface="+mn-lt"/>
                <a:hlinkClick r:id="rId6"/>
              </a:rPr>
              <a:t>National Cancer Institute</a:t>
            </a:r>
            <a:endParaRPr lang="en-US" sz="1600" b="0" dirty="0">
              <a:effectLst/>
            </a:endParaRPr>
          </a:p>
          <a:p>
            <a:pPr>
              <a:buNone/>
            </a:pPr>
            <a:br>
              <a:rPr lang="en-US" dirty="0"/>
            </a:br>
            <a:endParaRPr lang="en-US" dirty="0"/>
          </a:p>
        </p:txBody>
      </p:sp>
      <p:sp>
        <p:nvSpPr>
          <p:cNvPr id="18" name="Arrow: Curved Down 17">
            <a:extLst>
              <a:ext uri="{FF2B5EF4-FFF2-40B4-BE49-F238E27FC236}">
                <a16:creationId xmlns:a16="http://schemas.microsoft.com/office/drawing/2014/main" id="{19AC5C9B-89AF-03DF-6E2B-C0591DDF3754}"/>
              </a:ext>
            </a:extLst>
          </p:cNvPr>
          <p:cNvSpPr/>
          <p:nvPr/>
        </p:nvSpPr>
        <p:spPr>
          <a:xfrm>
            <a:off x="5812949" y="2078080"/>
            <a:ext cx="2163610" cy="756777"/>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0702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D9C66-E794-1424-9691-584E0051A3B0}"/>
              </a:ext>
            </a:extLst>
          </p:cNvPr>
          <p:cNvSpPr>
            <a:spLocks noGrp="1"/>
          </p:cNvSpPr>
          <p:nvPr>
            <p:ph type="title"/>
          </p:nvPr>
        </p:nvSpPr>
        <p:spPr>
          <a:xfrm>
            <a:off x="838200" y="416884"/>
            <a:ext cx="10515600" cy="1325563"/>
          </a:xfrm>
        </p:spPr>
        <p:txBody>
          <a:bodyPr>
            <a:normAutofit/>
          </a:bodyPr>
          <a:lstStyle/>
          <a:p>
            <a:pPr lvl="0"/>
            <a:r>
              <a:rPr lang="en-US" dirty="0"/>
              <a:t>What tumor subpopulations survive treatment, and where the cancer will spread? </a:t>
            </a:r>
          </a:p>
        </p:txBody>
      </p:sp>
      <p:graphicFrame>
        <p:nvGraphicFramePr>
          <p:cNvPr id="15" name="Diagram 14">
            <a:extLst>
              <a:ext uri="{FF2B5EF4-FFF2-40B4-BE49-F238E27FC236}">
                <a16:creationId xmlns:a16="http://schemas.microsoft.com/office/drawing/2014/main" id="{CB115DDF-E35C-010A-8C60-D5D57F59BAA3}"/>
              </a:ext>
            </a:extLst>
          </p:cNvPr>
          <p:cNvGraphicFramePr/>
          <p:nvPr>
            <p:extLst>
              <p:ext uri="{D42A27DB-BD31-4B8C-83A1-F6EECF244321}">
                <p14:modId xmlns:p14="http://schemas.microsoft.com/office/powerpoint/2010/main" val="1657847961"/>
              </p:ext>
            </p:extLst>
          </p:nvPr>
        </p:nvGraphicFramePr>
        <p:xfrm>
          <a:off x="777589" y="2697191"/>
          <a:ext cx="10636821" cy="31917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 name="Arrow: Bent 15">
            <a:extLst>
              <a:ext uri="{FF2B5EF4-FFF2-40B4-BE49-F238E27FC236}">
                <a16:creationId xmlns:a16="http://schemas.microsoft.com/office/drawing/2014/main" id="{0635B63A-B6D4-3735-B2E1-90CD5FD7552F}"/>
              </a:ext>
            </a:extLst>
          </p:cNvPr>
          <p:cNvSpPr/>
          <p:nvPr/>
        </p:nvSpPr>
        <p:spPr>
          <a:xfrm flipV="1">
            <a:off x="1023667" y="1834547"/>
            <a:ext cx="791882" cy="1594449"/>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774183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116CA-32EA-19B5-5F48-F0ADDDF094E1}"/>
              </a:ext>
            </a:extLst>
          </p:cNvPr>
          <p:cNvSpPr>
            <a:spLocks noGrp="1"/>
          </p:cNvSpPr>
          <p:nvPr>
            <p:ph type="title"/>
          </p:nvPr>
        </p:nvSpPr>
        <p:spPr/>
        <p:txBody>
          <a:bodyPr/>
          <a:lstStyle/>
          <a:p>
            <a:r>
              <a:rPr lang="en-US" dirty="0"/>
              <a:t>MSK-IMPACT 50K is a pan-cancer clinical sequencing cohort</a:t>
            </a:r>
          </a:p>
        </p:txBody>
      </p:sp>
      <p:sp>
        <p:nvSpPr>
          <p:cNvPr id="3" name="Content Placeholder 2">
            <a:extLst>
              <a:ext uri="{FF2B5EF4-FFF2-40B4-BE49-F238E27FC236}">
                <a16:creationId xmlns:a16="http://schemas.microsoft.com/office/drawing/2014/main" id="{9A47B115-8714-A75C-4ED8-564CEFB44602}"/>
              </a:ext>
            </a:extLst>
          </p:cNvPr>
          <p:cNvSpPr>
            <a:spLocks noGrp="1"/>
          </p:cNvSpPr>
          <p:nvPr>
            <p:ph idx="1"/>
          </p:nvPr>
        </p:nvSpPr>
        <p:spPr/>
        <p:txBody>
          <a:bodyPr>
            <a:normAutofit/>
          </a:bodyPr>
          <a:lstStyle/>
          <a:p>
            <a:r>
              <a:rPr lang="en-US" b="1" dirty="0"/>
              <a:t>54,331 tumors</a:t>
            </a:r>
            <a:r>
              <a:rPr lang="en-US" dirty="0"/>
              <a:t> and their matched normal samples; profiled using MSK-IMPACT</a:t>
            </a:r>
          </a:p>
          <a:p>
            <a:r>
              <a:rPr lang="en-US" b="1" dirty="0"/>
              <a:t>A sample </a:t>
            </a:r>
            <a:r>
              <a:rPr lang="en-US" dirty="0"/>
              <a:t>is a biopsy sequenced once with the MSK-IMPACT panel, paired with a matched normal from the same patient</a:t>
            </a:r>
          </a:p>
        </p:txBody>
      </p:sp>
      <p:graphicFrame>
        <p:nvGraphicFramePr>
          <p:cNvPr id="6" name="Table 5">
            <a:extLst>
              <a:ext uri="{FF2B5EF4-FFF2-40B4-BE49-F238E27FC236}">
                <a16:creationId xmlns:a16="http://schemas.microsoft.com/office/drawing/2014/main" id="{CBD6FC68-46AA-55DA-9BE0-429357D5D2A3}"/>
              </a:ext>
            </a:extLst>
          </p:cNvPr>
          <p:cNvGraphicFramePr>
            <a:graphicFrameLocks noGrp="1"/>
          </p:cNvGraphicFramePr>
          <p:nvPr>
            <p:extLst>
              <p:ext uri="{D42A27DB-BD31-4B8C-83A1-F6EECF244321}">
                <p14:modId xmlns:p14="http://schemas.microsoft.com/office/powerpoint/2010/main" val="3312325113"/>
              </p:ext>
            </p:extLst>
          </p:nvPr>
        </p:nvGraphicFramePr>
        <p:xfrm>
          <a:off x="0" y="3792442"/>
          <a:ext cx="12191998" cy="2393560"/>
        </p:xfrm>
        <a:graphic>
          <a:graphicData uri="http://schemas.openxmlformats.org/drawingml/2006/table">
            <a:tbl>
              <a:tblPr>
                <a:tableStyleId>{5C22544A-7EE6-4342-B048-85BDC9FD1C3A}</a:tableStyleId>
              </a:tblPr>
              <a:tblGrid>
                <a:gridCol w="870857">
                  <a:extLst>
                    <a:ext uri="{9D8B030D-6E8A-4147-A177-3AD203B41FA5}">
                      <a16:colId xmlns:a16="http://schemas.microsoft.com/office/drawing/2014/main" val="1702114492"/>
                    </a:ext>
                  </a:extLst>
                </a:gridCol>
                <a:gridCol w="870857">
                  <a:extLst>
                    <a:ext uri="{9D8B030D-6E8A-4147-A177-3AD203B41FA5}">
                      <a16:colId xmlns:a16="http://schemas.microsoft.com/office/drawing/2014/main" val="3290874954"/>
                    </a:ext>
                  </a:extLst>
                </a:gridCol>
                <a:gridCol w="870857">
                  <a:extLst>
                    <a:ext uri="{9D8B030D-6E8A-4147-A177-3AD203B41FA5}">
                      <a16:colId xmlns:a16="http://schemas.microsoft.com/office/drawing/2014/main" val="3243328429"/>
                    </a:ext>
                  </a:extLst>
                </a:gridCol>
                <a:gridCol w="870857">
                  <a:extLst>
                    <a:ext uri="{9D8B030D-6E8A-4147-A177-3AD203B41FA5}">
                      <a16:colId xmlns:a16="http://schemas.microsoft.com/office/drawing/2014/main" val="3238624171"/>
                    </a:ext>
                  </a:extLst>
                </a:gridCol>
                <a:gridCol w="870857">
                  <a:extLst>
                    <a:ext uri="{9D8B030D-6E8A-4147-A177-3AD203B41FA5}">
                      <a16:colId xmlns:a16="http://schemas.microsoft.com/office/drawing/2014/main" val="3717691602"/>
                    </a:ext>
                  </a:extLst>
                </a:gridCol>
                <a:gridCol w="870857">
                  <a:extLst>
                    <a:ext uri="{9D8B030D-6E8A-4147-A177-3AD203B41FA5}">
                      <a16:colId xmlns:a16="http://schemas.microsoft.com/office/drawing/2014/main" val="3013562866"/>
                    </a:ext>
                  </a:extLst>
                </a:gridCol>
                <a:gridCol w="870857">
                  <a:extLst>
                    <a:ext uri="{9D8B030D-6E8A-4147-A177-3AD203B41FA5}">
                      <a16:colId xmlns:a16="http://schemas.microsoft.com/office/drawing/2014/main" val="854674385"/>
                    </a:ext>
                  </a:extLst>
                </a:gridCol>
                <a:gridCol w="870857">
                  <a:extLst>
                    <a:ext uri="{9D8B030D-6E8A-4147-A177-3AD203B41FA5}">
                      <a16:colId xmlns:a16="http://schemas.microsoft.com/office/drawing/2014/main" val="290201689"/>
                    </a:ext>
                  </a:extLst>
                </a:gridCol>
                <a:gridCol w="870857">
                  <a:extLst>
                    <a:ext uri="{9D8B030D-6E8A-4147-A177-3AD203B41FA5}">
                      <a16:colId xmlns:a16="http://schemas.microsoft.com/office/drawing/2014/main" val="2860433286"/>
                    </a:ext>
                  </a:extLst>
                </a:gridCol>
                <a:gridCol w="870857">
                  <a:extLst>
                    <a:ext uri="{9D8B030D-6E8A-4147-A177-3AD203B41FA5}">
                      <a16:colId xmlns:a16="http://schemas.microsoft.com/office/drawing/2014/main" val="1886378895"/>
                    </a:ext>
                  </a:extLst>
                </a:gridCol>
                <a:gridCol w="644085">
                  <a:extLst>
                    <a:ext uri="{9D8B030D-6E8A-4147-A177-3AD203B41FA5}">
                      <a16:colId xmlns:a16="http://schemas.microsoft.com/office/drawing/2014/main" val="1083212267"/>
                    </a:ext>
                  </a:extLst>
                </a:gridCol>
                <a:gridCol w="932811">
                  <a:extLst>
                    <a:ext uri="{9D8B030D-6E8A-4147-A177-3AD203B41FA5}">
                      <a16:colId xmlns:a16="http://schemas.microsoft.com/office/drawing/2014/main" val="913376850"/>
                    </a:ext>
                  </a:extLst>
                </a:gridCol>
                <a:gridCol w="1035675">
                  <a:extLst>
                    <a:ext uri="{9D8B030D-6E8A-4147-A177-3AD203B41FA5}">
                      <a16:colId xmlns:a16="http://schemas.microsoft.com/office/drawing/2014/main" val="1799698847"/>
                    </a:ext>
                  </a:extLst>
                </a:gridCol>
                <a:gridCol w="870857">
                  <a:extLst>
                    <a:ext uri="{9D8B030D-6E8A-4147-A177-3AD203B41FA5}">
                      <a16:colId xmlns:a16="http://schemas.microsoft.com/office/drawing/2014/main" val="3343613182"/>
                    </a:ext>
                  </a:extLst>
                </a:gridCol>
              </a:tblGrid>
              <a:tr h="478712">
                <a:tc gridSpan="3">
                  <a:txBody>
                    <a:bodyPr/>
                    <a:lstStyle/>
                    <a:p>
                      <a:pPr marL="0" marR="0" algn="l">
                        <a:buNone/>
                      </a:pPr>
                      <a:r>
                        <a:rPr lang="en-US" sz="900" b="1" dirty="0">
                          <a:effectLst/>
                        </a:rPr>
                        <a:t>Sample</a:t>
                      </a:r>
                      <a:endParaRPr lang="en-US" sz="900" b="1" i="0" dirty="0">
                        <a:solidFill>
                          <a:srgbClr val="444441"/>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3">
                  <a:txBody>
                    <a:bodyPr/>
                    <a:lstStyle/>
                    <a:p>
                      <a:pPr marL="0" marR="0" algn="l">
                        <a:buNone/>
                      </a:pPr>
                      <a:r>
                        <a:rPr lang="en-US" sz="900" b="1" dirty="0">
                          <a:effectLst/>
                        </a:rPr>
                        <a:t>Somatic mutation + CCF</a:t>
                      </a:r>
                      <a:endParaRPr lang="en-US" sz="900" b="1" i="0" dirty="0">
                        <a:solidFill>
                          <a:srgbClr val="3C3489"/>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2">
                  <a:txBody>
                    <a:bodyPr/>
                    <a:lstStyle/>
                    <a:p>
                      <a:pPr marL="0" marR="0" algn="l">
                        <a:buNone/>
                      </a:pPr>
                      <a:r>
                        <a:rPr lang="en-US" sz="900" b="1" dirty="0">
                          <a:effectLst/>
                        </a:rPr>
                        <a:t>Copy number (gene / allele-specific)</a:t>
                      </a:r>
                      <a:endParaRPr lang="en-US" sz="900" b="1" i="0" dirty="0">
                        <a:solidFill>
                          <a:srgbClr val="085041"/>
                        </a:solidFill>
                        <a:effectLst/>
                        <a:latin typeface="anthropic-sans"/>
                      </a:endParaRPr>
                    </a:p>
                  </a:txBody>
                  <a:tcPr marL="38100" marR="38100" marT="28575" marB="28575" anchor="ctr"/>
                </a:tc>
                <a:tc hMerge="1">
                  <a:txBody>
                    <a:bodyPr/>
                    <a:lstStyle/>
                    <a:p>
                      <a:endParaRPr lang="en-US"/>
                    </a:p>
                  </a:txBody>
                  <a:tcPr/>
                </a:tc>
                <a:tc>
                  <a:txBody>
                    <a:bodyPr/>
                    <a:lstStyle/>
                    <a:p>
                      <a:pPr marL="0" marR="0" algn="l">
                        <a:buNone/>
                      </a:pPr>
                      <a:r>
                        <a:rPr lang="en-US" sz="900" b="1" dirty="0">
                          <a:effectLst/>
                        </a:rPr>
                        <a:t>SV</a:t>
                      </a:r>
                      <a:endParaRPr lang="en-US" sz="900" b="1" i="0" dirty="0">
                        <a:solidFill>
                          <a:srgbClr val="712B13"/>
                        </a:solidFill>
                        <a:effectLst/>
                        <a:latin typeface="anthropic-sans"/>
                      </a:endParaRPr>
                    </a:p>
                  </a:txBody>
                  <a:tcPr marL="38100" marR="38100" marT="28575" marB="28575" anchor="ctr"/>
                </a:tc>
                <a:tc gridSpan="3">
                  <a:txBody>
                    <a:bodyPr/>
                    <a:lstStyle/>
                    <a:p>
                      <a:pPr marL="0" marR="0" algn="l">
                        <a:buNone/>
                      </a:pPr>
                      <a:r>
                        <a:rPr lang="en-US" sz="900" b="1" dirty="0">
                          <a:effectLst/>
                        </a:rPr>
                        <a:t>Genome-wide</a:t>
                      </a:r>
                      <a:endParaRPr lang="en-US" sz="900" b="1" i="0" dirty="0">
                        <a:solidFill>
                          <a:srgbClr val="72243E"/>
                        </a:solidFill>
                        <a:effectLst/>
                        <a:latin typeface="anthropic-sans"/>
                      </a:endParaRPr>
                    </a:p>
                  </a:txBody>
                  <a:tcPr marL="38100" marR="38100" marT="28575" marB="28575" anchor="ctr"/>
                </a:tc>
                <a:tc hMerge="1">
                  <a:txBody>
                    <a:bodyPr/>
                    <a:lstStyle/>
                    <a:p>
                      <a:endParaRPr lang="en-US"/>
                    </a:p>
                  </a:txBody>
                  <a:tcPr/>
                </a:tc>
                <a:tc hMerge="1">
                  <a:txBody>
                    <a:bodyPr/>
                    <a:lstStyle/>
                    <a:p>
                      <a:endParaRPr lang="en-US"/>
                    </a:p>
                  </a:txBody>
                  <a:tcPr/>
                </a:tc>
                <a:tc gridSpan="2">
                  <a:txBody>
                    <a:bodyPr/>
                    <a:lstStyle/>
                    <a:p>
                      <a:pPr marL="0" marR="0" algn="l">
                        <a:buNone/>
                      </a:pPr>
                      <a:r>
                        <a:rPr lang="en-US" sz="900" b="1" dirty="0">
                          <a:effectLst/>
                        </a:rPr>
                        <a:t>HLA class I</a:t>
                      </a:r>
                      <a:endParaRPr lang="en-US" sz="900" b="1" i="0" dirty="0">
                        <a:solidFill>
                          <a:srgbClr val="633806"/>
                        </a:solidFill>
                        <a:effectLst/>
                        <a:latin typeface="anthropic-sans"/>
                      </a:endParaRPr>
                    </a:p>
                  </a:txBody>
                  <a:tcPr marL="38100" marR="38100" marT="28575" marB="28575" anchor="ctr"/>
                </a:tc>
                <a:tc hMerge="1">
                  <a:txBody>
                    <a:bodyPr/>
                    <a:lstStyle/>
                    <a:p>
                      <a:endParaRPr lang="en-US"/>
                    </a:p>
                  </a:txBody>
                  <a:tcPr/>
                </a:tc>
                <a:extLst>
                  <a:ext uri="{0D108BD9-81ED-4DB2-BD59-A6C34878D82A}">
                    <a16:rowId xmlns:a16="http://schemas.microsoft.com/office/drawing/2014/main" val="4279833809"/>
                  </a:ext>
                </a:extLst>
              </a:tr>
              <a:tr h="478712">
                <a:tc>
                  <a:txBody>
                    <a:bodyPr/>
                    <a:lstStyle/>
                    <a:p>
                      <a:pPr marL="0" marR="0" algn="l">
                        <a:buNone/>
                      </a:pPr>
                      <a:r>
                        <a:rPr lang="en-US" sz="900" b="1">
                          <a:effectLst/>
                        </a:rPr>
                        <a:t>SAMPLE_ID</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PATIENT_ID</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panel</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TP53_HGVSp</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TP53_ccf</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TP53_clonal</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ERBB2_cna</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ERBB2_tcn;lcn</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Fusion</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dirty="0">
                          <a:effectLst/>
                        </a:rPr>
                        <a:t>WGD</a:t>
                      </a:r>
                      <a:endParaRPr lang="en-US" sz="900" b="1" i="0" dirty="0">
                        <a:solidFill>
                          <a:srgbClr val="C3C2B7"/>
                        </a:solidFill>
                        <a:effectLst/>
                        <a:latin typeface="ui-monospace"/>
                      </a:endParaRPr>
                    </a:p>
                  </a:txBody>
                  <a:tcPr marL="38100" marR="38100" marT="28575" marB="28575" anchor="ctr"/>
                </a:tc>
                <a:tc>
                  <a:txBody>
                    <a:bodyPr/>
                    <a:lstStyle/>
                    <a:p>
                      <a:pPr marL="0" marR="0" algn="l">
                        <a:buNone/>
                      </a:pPr>
                      <a:r>
                        <a:rPr lang="en-US" sz="900" b="1">
                          <a:effectLst/>
                        </a:rPr>
                        <a:t>FGA</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SBS13_APOBEC</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a:effectLst/>
                        </a:rPr>
                        <a:t>HLA_A_germline</a:t>
                      </a:r>
                      <a:endParaRPr lang="en-US" sz="900" b="1" i="0">
                        <a:solidFill>
                          <a:srgbClr val="C3C2B7"/>
                        </a:solidFill>
                        <a:effectLst/>
                        <a:latin typeface="ui-monospace"/>
                      </a:endParaRPr>
                    </a:p>
                  </a:txBody>
                  <a:tcPr marL="38100" marR="38100" marT="28575" marB="28575" anchor="ctr"/>
                </a:tc>
                <a:tc>
                  <a:txBody>
                    <a:bodyPr/>
                    <a:lstStyle/>
                    <a:p>
                      <a:pPr marL="0" marR="0" algn="l">
                        <a:buNone/>
                      </a:pPr>
                      <a:r>
                        <a:rPr lang="en-US" sz="900" b="1" dirty="0" err="1">
                          <a:effectLst/>
                        </a:rPr>
                        <a:t>HLA_LOH_somatic</a:t>
                      </a:r>
                      <a:endParaRPr lang="en-US" sz="900" b="1" i="0" dirty="0">
                        <a:solidFill>
                          <a:srgbClr val="C3C2B7"/>
                        </a:solidFill>
                        <a:effectLst/>
                        <a:latin typeface="ui-monospace"/>
                      </a:endParaRPr>
                    </a:p>
                  </a:txBody>
                  <a:tcPr marL="38100" marR="38100" marT="28575" marB="28575" anchor="ctr"/>
                </a:tc>
                <a:extLst>
                  <a:ext uri="{0D108BD9-81ED-4DB2-BD59-A6C34878D82A}">
                    <a16:rowId xmlns:a16="http://schemas.microsoft.com/office/drawing/2014/main" val="51142721"/>
                  </a:ext>
                </a:extLst>
              </a:tr>
              <a:tr h="478712">
                <a:tc>
                  <a:txBody>
                    <a:bodyPr/>
                    <a:lstStyle/>
                    <a:p>
                      <a:pPr marL="0" marR="0" algn="l">
                        <a:buNone/>
                      </a:pPr>
                      <a:r>
                        <a:rPr lang="en-US" sz="900">
                          <a:effectLst/>
                        </a:rPr>
                        <a:t>P-0001234-T01-IM6</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P-0001234</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IMPACT468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p.R175H</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0.96</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CLONAL</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18;2</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True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0.41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0.22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A*02:01/A*24:02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False</a:t>
                      </a:r>
                      <a:endParaRPr lang="en-US" sz="900" b="0" i="0">
                        <a:solidFill>
                          <a:srgbClr val="F0EFEC"/>
                        </a:solidFill>
                        <a:effectLst/>
                        <a:latin typeface="ui-monospace"/>
                      </a:endParaRPr>
                    </a:p>
                  </a:txBody>
                  <a:tcPr marL="38100" marR="38100" marT="28575" marB="28575" anchor="ctr"/>
                </a:tc>
                <a:extLst>
                  <a:ext uri="{0D108BD9-81ED-4DB2-BD59-A6C34878D82A}">
                    <a16:rowId xmlns:a16="http://schemas.microsoft.com/office/drawing/2014/main" val="1719215677"/>
                  </a:ext>
                </a:extLst>
              </a:tr>
              <a:tr h="478712">
                <a:tc>
                  <a:txBody>
                    <a:bodyPr/>
                    <a:lstStyle/>
                    <a:p>
                      <a:pPr marL="0" marR="0" algn="l">
                        <a:buNone/>
                      </a:pPr>
                      <a:r>
                        <a:rPr lang="en-US" sz="900">
                          <a:effectLst/>
                        </a:rPr>
                        <a:t>P-0001234-T02-IM7</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P-0001234</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IMPACT505</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p.R175H</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0.88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CLONAL</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True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0.37</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0.31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A*02:01/A*24:02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True</a:t>
                      </a:r>
                      <a:endParaRPr lang="en-US" sz="900" b="0" i="0" dirty="0">
                        <a:solidFill>
                          <a:srgbClr val="F0EFEC"/>
                        </a:solidFill>
                        <a:effectLst/>
                        <a:latin typeface="ui-monospace"/>
                      </a:endParaRPr>
                    </a:p>
                  </a:txBody>
                  <a:tcPr marL="38100" marR="38100" marT="28575" marB="28575" anchor="ctr"/>
                </a:tc>
                <a:extLst>
                  <a:ext uri="{0D108BD9-81ED-4DB2-BD59-A6C34878D82A}">
                    <a16:rowId xmlns:a16="http://schemas.microsoft.com/office/drawing/2014/main" val="3740132593"/>
                  </a:ext>
                </a:extLst>
              </a:tr>
              <a:tr h="478712">
                <a:tc>
                  <a:txBody>
                    <a:bodyPr/>
                    <a:lstStyle/>
                    <a:p>
                      <a:pPr marL="0" marR="0" algn="l">
                        <a:buNone/>
                      </a:pPr>
                      <a:r>
                        <a:rPr lang="en-US" sz="900">
                          <a:effectLst/>
                        </a:rPr>
                        <a:t>P-0005678-T01-IM3</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P-0005678</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IMPACT341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err="1">
                          <a:effectLst/>
                        </a:rPr>
                        <a:t>NaN</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0</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2;1</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EML4-ALK</a:t>
                      </a:r>
                      <a:endParaRPr lang="en-US" sz="900" b="0" i="0" dirty="0">
                        <a:solidFill>
                          <a:srgbClr val="F0EFEC"/>
                        </a:solidFill>
                        <a:effectLst/>
                        <a:latin typeface="ui-monospace"/>
                      </a:endParaRPr>
                    </a:p>
                  </a:txBody>
                  <a:tcPr marL="38100" marR="38100" marT="28575" marB="28575" anchor="ctr"/>
                </a:tc>
                <a:tc>
                  <a:txBody>
                    <a:bodyPr/>
                    <a:lstStyle/>
                    <a:p>
                      <a:pPr marL="0" marR="0" algn="l">
                        <a:buNone/>
                      </a:pPr>
                      <a:r>
                        <a:rPr lang="en-US" sz="900">
                          <a:effectLst/>
                        </a:rPr>
                        <a:t>False</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0.08</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0.02</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a:effectLst/>
                        </a:rPr>
                        <a:t>A*01:01/A*03:01</a:t>
                      </a:r>
                      <a:endParaRPr lang="en-US" sz="900" b="0" i="0">
                        <a:solidFill>
                          <a:srgbClr val="F0EFEC"/>
                        </a:solidFill>
                        <a:effectLst/>
                        <a:latin typeface="ui-monospace"/>
                      </a:endParaRPr>
                    </a:p>
                  </a:txBody>
                  <a:tcPr marL="38100" marR="38100" marT="28575" marB="28575" anchor="ctr"/>
                </a:tc>
                <a:tc>
                  <a:txBody>
                    <a:bodyPr/>
                    <a:lstStyle/>
                    <a:p>
                      <a:pPr marL="0" marR="0" algn="l">
                        <a:buNone/>
                      </a:pPr>
                      <a:r>
                        <a:rPr lang="en-US" sz="900" dirty="0">
                          <a:effectLst/>
                        </a:rPr>
                        <a:t>False</a:t>
                      </a:r>
                      <a:endParaRPr lang="en-US" sz="900" b="0" i="0" dirty="0">
                        <a:solidFill>
                          <a:srgbClr val="F0EFEC"/>
                        </a:solidFill>
                        <a:effectLst/>
                        <a:latin typeface="ui-monospace"/>
                      </a:endParaRPr>
                    </a:p>
                  </a:txBody>
                  <a:tcPr marL="38100" marR="38100" marT="28575" marB="28575" anchor="ctr"/>
                </a:tc>
                <a:extLst>
                  <a:ext uri="{0D108BD9-81ED-4DB2-BD59-A6C34878D82A}">
                    <a16:rowId xmlns:a16="http://schemas.microsoft.com/office/drawing/2014/main" val="1155311199"/>
                  </a:ext>
                </a:extLst>
              </a:tr>
            </a:tbl>
          </a:graphicData>
        </a:graphic>
      </p:graphicFrame>
    </p:spTree>
    <p:extLst>
      <p:ext uri="{BB962C8B-B14F-4D97-AF65-F5344CB8AC3E}">
        <p14:creationId xmlns:p14="http://schemas.microsoft.com/office/powerpoint/2010/main" val="826625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1774-D430-3DD6-A905-6349235AF716}"/>
              </a:ext>
            </a:extLst>
          </p:cNvPr>
          <p:cNvSpPr>
            <a:spLocks noGrp="1"/>
          </p:cNvSpPr>
          <p:nvPr>
            <p:ph type="title"/>
          </p:nvPr>
        </p:nvSpPr>
        <p:spPr/>
        <p:txBody>
          <a:bodyPr/>
          <a:lstStyle/>
          <a:p>
            <a:r>
              <a:rPr lang="en-US" dirty="0"/>
              <a:t>MSK-MET is a pan-cancer cohort of tumor genomic and clinical outcome data</a:t>
            </a:r>
          </a:p>
        </p:txBody>
      </p:sp>
      <p:sp>
        <p:nvSpPr>
          <p:cNvPr id="3" name="Content Placeholder 2">
            <a:extLst>
              <a:ext uri="{FF2B5EF4-FFF2-40B4-BE49-F238E27FC236}">
                <a16:creationId xmlns:a16="http://schemas.microsoft.com/office/drawing/2014/main" id="{656DB25F-42B3-6483-1A4B-A5250E363D28}"/>
              </a:ext>
            </a:extLst>
          </p:cNvPr>
          <p:cNvSpPr>
            <a:spLocks noGrp="1"/>
          </p:cNvSpPr>
          <p:nvPr>
            <p:ph idx="1"/>
          </p:nvPr>
        </p:nvSpPr>
        <p:spPr>
          <a:xfrm>
            <a:off x="838200" y="1825625"/>
            <a:ext cx="10515600" cy="1152274"/>
          </a:xfrm>
        </p:spPr>
        <p:txBody>
          <a:bodyPr>
            <a:noAutofit/>
          </a:bodyPr>
          <a:lstStyle/>
          <a:p>
            <a:r>
              <a:rPr lang="en-US" dirty="0"/>
              <a:t>25,000 </a:t>
            </a:r>
            <a:r>
              <a:rPr lang="en-US" b="1" dirty="0"/>
              <a:t>patients</a:t>
            </a:r>
          </a:p>
          <a:p>
            <a:r>
              <a:rPr lang="en-US" dirty="0"/>
              <a:t>IMPACT genomic sequencing data </a:t>
            </a:r>
          </a:p>
          <a:p>
            <a:r>
              <a:rPr lang="en-US" dirty="0"/>
              <a:t>Clinical data:</a:t>
            </a:r>
          </a:p>
        </p:txBody>
      </p:sp>
      <p:pic>
        <p:nvPicPr>
          <p:cNvPr id="5" name="Picture 4">
            <a:extLst>
              <a:ext uri="{FF2B5EF4-FFF2-40B4-BE49-F238E27FC236}">
                <a16:creationId xmlns:a16="http://schemas.microsoft.com/office/drawing/2014/main" id="{38CDB287-AB26-0A9A-E44A-211AA074F8D3}"/>
              </a:ext>
            </a:extLst>
          </p:cNvPr>
          <p:cNvPicPr>
            <a:picLocks noChangeAspect="1"/>
          </p:cNvPicPr>
          <p:nvPr/>
        </p:nvPicPr>
        <p:blipFill>
          <a:blip r:embed="rId3"/>
          <a:stretch>
            <a:fillRect/>
          </a:stretch>
        </p:blipFill>
        <p:spPr>
          <a:xfrm>
            <a:off x="0" y="3419759"/>
            <a:ext cx="12192000" cy="2448895"/>
          </a:xfrm>
          <a:prstGeom prst="rect">
            <a:avLst/>
          </a:prstGeom>
        </p:spPr>
      </p:pic>
      <p:sp>
        <p:nvSpPr>
          <p:cNvPr id="7" name="Oval 6">
            <a:extLst>
              <a:ext uri="{FF2B5EF4-FFF2-40B4-BE49-F238E27FC236}">
                <a16:creationId xmlns:a16="http://schemas.microsoft.com/office/drawing/2014/main" id="{B0F580B1-D239-141E-9465-B1741DE946E2}"/>
              </a:ext>
            </a:extLst>
          </p:cNvPr>
          <p:cNvSpPr/>
          <p:nvPr/>
        </p:nvSpPr>
        <p:spPr>
          <a:xfrm>
            <a:off x="1847211" y="3798752"/>
            <a:ext cx="1055549"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299BB6CB-05D6-1EFD-38EC-7D3218621188}"/>
              </a:ext>
            </a:extLst>
          </p:cNvPr>
          <p:cNvSpPr/>
          <p:nvPr/>
        </p:nvSpPr>
        <p:spPr>
          <a:xfrm>
            <a:off x="2859802" y="3785453"/>
            <a:ext cx="1207950"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B060AA1-9669-58E8-81E7-8A1B450A9597}"/>
              </a:ext>
            </a:extLst>
          </p:cNvPr>
          <p:cNvSpPr/>
          <p:nvPr/>
        </p:nvSpPr>
        <p:spPr>
          <a:xfrm>
            <a:off x="6345568" y="3790565"/>
            <a:ext cx="275342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2EFD7DD8-8B4E-BF8C-FBFB-91798E0F5377}"/>
              </a:ext>
            </a:extLst>
          </p:cNvPr>
          <p:cNvSpPr/>
          <p:nvPr/>
        </p:nvSpPr>
        <p:spPr>
          <a:xfrm>
            <a:off x="8947620" y="3789540"/>
            <a:ext cx="326790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73DF53-6395-0476-374F-258945C5FC7A}"/>
              </a:ext>
            </a:extLst>
          </p:cNvPr>
          <p:cNvSpPr txBox="1"/>
          <p:nvPr/>
        </p:nvSpPr>
        <p:spPr>
          <a:xfrm>
            <a:off x="6996633" y="3059668"/>
            <a:ext cx="1451295" cy="369332"/>
          </a:xfrm>
          <a:prstGeom prst="rect">
            <a:avLst/>
          </a:prstGeom>
          <a:noFill/>
        </p:spPr>
        <p:txBody>
          <a:bodyPr wrap="none" rtlCol="0">
            <a:spAutoFit/>
          </a:bodyPr>
          <a:lstStyle/>
          <a:p>
            <a:r>
              <a:rPr lang="en-US" dirty="0"/>
              <a:t>Timeline info</a:t>
            </a:r>
          </a:p>
        </p:txBody>
      </p:sp>
      <p:sp>
        <p:nvSpPr>
          <p:cNvPr id="16" name="TextBox 15">
            <a:extLst>
              <a:ext uri="{FF2B5EF4-FFF2-40B4-BE49-F238E27FC236}">
                <a16:creationId xmlns:a16="http://schemas.microsoft.com/office/drawing/2014/main" id="{3FCEADDA-2076-E240-AA06-5391AA6BBECF}"/>
              </a:ext>
            </a:extLst>
          </p:cNvPr>
          <p:cNvSpPr txBox="1"/>
          <p:nvPr/>
        </p:nvSpPr>
        <p:spPr>
          <a:xfrm>
            <a:off x="9734062" y="3014163"/>
            <a:ext cx="1695016" cy="369332"/>
          </a:xfrm>
          <a:prstGeom prst="rect">
            <a:avLst/>
          </a:prstGeom>
          <a:noFill/>
        </p:spPr>
        <p:txBody>
          <a:bodyPr wrap="none" rtlCol="0">
            <a:spAutoFit/>
          </a:bodyPr>
          <a:lstStyle/>
          <a:p>
            <a:r>
              <a:rPr lang="en-US" dirty="0"/>
              <a:t>Metastasis info</a:t>
            </a:r>
          </a:p>
        </p:txBody>
      </p:sp>
    </p:spTree>
    <p:extLst>
      <p:ext uri="{BB962C8B-B14F-4D97-AF65-F5344CB8AC3E}">
        <p14:creationId xmlns:p14="http://schemas.microsoft.com/office/powerpoint/2010/main" val="665790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F45010-FDB1-7D7A-9308-097AD0E0FE45}"/>
              </a:ext>
            </a:extLst>
          </p:cNvPr>
          <p:cNvSpPr>
            <a:spLocks noGrp="1"/>
          </p:cNvSpPr>
          <p:nvPr>
            <p:ph type="title"/>
          </p:nvPr>
        </p:nvSpPr>
        <p:spPr/>
        <p:txBody>
          <a:bodyPr/>
          <a:lstStyle/>
          <a:p>
            <a:r>
              <a:rPr lang="en-US" dirty="0"/>
              <a:t>MSK-CHORD is a pan-cancer clinical sequencing and therapeutic cohort</a:t>
            </a:r>
          </a:p>
        </p:txBody>
      </p:sp>
      <p:sp>
        <p:nvSpPr>
          <p:cNvPr id="3" name="Content Placeholder 2">
            <a:extLst>
              <a:ext uri="{FF2B5EF4-FFF2-40B4-BE49-F238E27FC236}">
                <a16:creationId xmlns:a16="http://schemas.microsoft.com/office/drawing/2014/main" id="{4C301E42-C30B-6BF0-D37E-973E59D22A37}"/>
              </a:ext>
            </a:extLst>
          </p:cNvPr>
          <p:cNvSpPr>
            <a:spLocks noGrp="1"/>
          </p:cNvSpPr>
          <p:nvPr>
            <p:ph idx="1"/>
          </p:nvPr>
        </p:nvSpPr>
        <p:spPr/>
        <p:txBody>
          <a:bodyPr/>
          <a:lstStyle/>
          <a:p>
            <a:r>
              <a:rPr lang="en-US" dirty="0"/>
              <a:t>25,040 sequenced tumors from 24,950 patients and their matched normals (MSK-IMPACT)</a:t>
            </a:r>
          </a:p>
          <a:p>
            <a:r>
              <a:rPr lang="en-US" dirty="0"/>
              <a:t>Clinical annotations:</a:t>
            </a:r>
          </a:p>
        </p:txBody>
      </p:sp>
      <p:pic>
        <p:nvPicPr>
          <p:cNvPr id="5" name="Picture 4">
            <a:extLst>
              <a:ext uri="{FF2B5EF4-FFF2-40B4-BE49-F238E27FC236}">
                <a16:creationId xmlns:a16="http://schemas.microsoft.com/office/drawing/2014/main" id="{AAC65E0D-0577-34ED-7F8E-17E33D5292E3}"/>
              </a:ext>
            </a:extLst>
          </p:cNvPr>
          <p:cNvPicPr>
            <a:picLocks noChangeAspect="1"/>
          </p:cNvPicPr>
          <p:nvPr/>
        </p:nvPicPr>
        <p:blipFill>
          <a:blip r:embed="rId3"/>
          <a:stretch>
            <a:fillRect/>
          </a:stretch>
        </p:blipFill>
        <p:spPr>
          <a:xfrm>
            <a:off x="0" y="3293018"/>
            <a:ext cx="12192000" cy="2408833"/>
          </a:xfrm>
          <a:prstGeom prst="rect">
            <a:avLst/>
          </a:prstGeom>
        </p:spPr>
      </p:pic>
      <p:sp>
        <p:nvSpPr>
          <p:cNvPr id="6" name="Oval 5">
            <a:extLst>
              <a:ext uri="{FF2B5EF4-FFF2-40B4-BE49-F238E27FC236}">
                <a16:creationId xmlns:a16="http://schemas.microsoft.com/office/drawing/2014/main" id="{3E1FE2C6-3B3E-339A-BA97-0E0A235DA7B7}"/>
              </a:ext>
            </a:extLst>
          </p:cNvPr>
          <p:cNvSpPr/>
          <p:nvPr/>
        </p:nvSpPr>
        <p:spPr>
          <a:xfrm>
            <a:off x="1405353" y="3620779"/>
            <a:ext cx="53391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0C528DA-9C40-C168-52A9-D901105A4FB3}"/>
              </a:ext>
            </a:extLst>
          </p:cNvPr>
          <p:cNvSpPr/>
          <p:nvPr/>
        </p:nvSpPr>
        <p:spPr>
          <a:xfrm>
            <a:off x="6356812" y="3619754"/>
            <a:ext cx="533911"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FDAB01D-BE64-5448-E4B9-1A8499F21013}"/>
              </a:ext>
            </a:extLst>
          </p:cNvPr>
          <p:cNvSpPr/>
          <p:nvPr/>
        </p:nvSpPr>
        <p:spPr>
          <a:xfrm>
            <a:off x="8218331" y="3623841"/>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23D96791-B90C-CD4B-409D-F8A3F4CFB653}"/>
              </a:ext>
            </a:extLst>
          </p:cNvPr>
          <p:cNvSpPr/>
          <p:nvPr/>
        </p:nvSpPr>
        <p:spPr>
          <a:xfrm>
            <a:off x="10224080" y="3622816"/>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4374592-EB72-38C0-3679-2A1B04B58BF9}"/>
              </a:ext>
            </a:extLst>
          </p:cNvPr>
          <p:cNvSpPr/>
          <p:nvPr/>
        </p:nvSpPr>
        <p:spPr>
          <a:xfrm>
            <a:off x="11327702" y="3615654"/>
            <a:ext cx="747697" cy="215405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Bent 18">
            <a:extLst>
              <a:ext uri="{FF2B5EF4-FFF2-40B4-BE49-F238E27FC236}">
                <a16:creationId xmlns:a16="http://schemas.microsoft.com/office/drawing/2014/main" id="{0DCD7829-3475-3C55-3F7B-658D023926AB}"/>
              </a:ext>
            </a:extLst>
          </p:cNvPr>
          <p:cNvSpPr/>
          <p:nvPr/>
        </p:nvSpPr>
        <p:spPr>
          <a:xfrm flipV="1">
            <a:off x="1603521" y="5861086"/>
            <a:ext cx="533911" cy="601081"/>
          </a:xfrm>
          <a:prstGeom prst="ben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0" name="TextBox 19">
            <a:extLst>
              <a:ext uri="{FF2B5EF4-FFF2-40B4-BE49-F238E27FC236}">
                <a16:creationId xmlns:a16="http://schemas.microsoft.com/office/drawing/2014/main" id="{BB6D520F-D118-C71D-9C8C-C451F6BDC5D3}"/>
              </a:ext>
            </a:extLst>
          </p:cNvPr>
          <p:cNvSpPr txBox="1"/>
          <p:nvPr/>
        </p:nvSpPr>
        <p:spPr>
          <a:xfrm>
            <a:off x="2137432" y="6133371"/>
            <a:ext cx="9928487" cy="369332"/>
          </a:xfrm>
          <a:prstGeom prst="rect">
            <a:avLst/>
          </a:prstGeom>
          <a:noFill/>
        </p:spPr>
        <p:txBody>
          <a:bodyPr wrap="none" rtlCol="0">
            <a:spAutoFit/>
          </a:bodyPr>
          <a:lstStyle/>
          <a:p>
            <a:r>
              <a:rPr lang="en-US" dirty="0"/>
              <a:t>Treatments types: chemo, hormone, targeted, immune, biologic, bone, investigative, and radiation  </a:t>
            </a:r>
          </a:p>
        </p:txBody>
      </p:sp>
      <p:sp>
        <p:nvSpPr>
          <p:cNvPr id="21" name="TextBox 20">
            <a:extLst>
              <a:ext uri="{FF2B5EF4-FFF2-40B4-BE49-F238E27FC236}">
                <a16:creationId xmlns:a16="http://schemas.microsoft.com/office/drawing/2014/main" id="{D8393E21-D45B-6C3A-1EBE-85C2F29E4240}"/>
              </a:ext>
            </a:extLst>
          </p:cNvPr>
          <p:cNvSpPr txBox="1"/>
          <p:nvPr/>
        </p:nvSpPr>
        <p:spPr>
          <a:xfrm>
            <a:off x="8528346" y="2448574"/>
            <a:ext cx="2799356" cy="369332"/>
          </a:xfrm>
          <a:prstGeom prst="rect">
            <a:avLst/>
          </a:prstGeom>
          <a:noFill/>
        </p:spPr>
        <p:txBody>
          <a:bodyPr wrap="none" rtlCol="0">
            <a:spAutoFit/>
          </a:bodyPr>
          <a:lstStyle/>
          <a:p>
            <a:r>
              <a:rPr lang="en-US" dirty="0"/>
              <a:t>Some possible covariates</a:t>
            </a:r>
          </a:p>
        </p:txBody>
      </p:sp>
      <p:cxnSp>
        <p:nvCxnSpPr>
          <p:cNvPr id="27" name="Straight Connector 26">
            <a:extLst>
              <a:ext uri="{FF2B5EF4-FFF2-40B4-BE49-F238E27FC236}">
                <a16:creationId xmlns:a16="http://schemas.microsoft.com/office/drawing/2014/main" id="{5A897443-6AAF-7590-E819-491D0C0143BF}"/>
              </a:ext>
            </a:extLst>
          </p:cNvPr>
          <p:cNvCxnSpPr>
            <a:cxnSpLocks/>
            <a:stCxn id="14" idx="0"/>
            <a:endCxn id="21" idx="2"/>
          </p:cNvCxnSpPr>
          <p:nvPr/>
        </p:nvCxnSpPr>
        <p:spPr>
          <a:xfrm flipV="1">
            <a:off x="8592180" y="2817906"/>
            <a:ext cx="1335844" cy="80593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825C472-57F1-9ABE-F637-7A5BD2E27E36}"/>
              </a:ext>
            </a:extLst>
          </p:cNvPr>
          <p:cNvCxnSpPr>
            <a:cxnSpLocks/>
            <a:stCxn id="16" idx="0"/>
            <a:endCxn id="21" idx="2"/>
          </p:cNvCxnSpPr>
          <p:nvPr/>
        </p:nvCxnSpPr>
        <p:spPr>
          <a:xfrm flipH="1" flipV="1">
            <a:off x="9928024" y="2817906"/>
            <a:ext cx="669905" cy="80491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C43FA5C3-F703-9D84-ACD0-10AA1AFE364D}"/>
              </a:ext>
            </a:extLst>
          </p:cNvPr>
          <p:cNvCxnSpPr>
            <a:cxnSpLocks/>
            <a:stCxn id="18" idx="0"/>
            <a:endCxn id="21" idx="2"/>
          </p:cNvCxnSpPr>
          <p:nvPr/>
        </p:nvCxnSpPr>
        <p:spPr>
          <a:xfrm flipH="1" flipV="1">
            <a:off x="9928024" y="2817906"/>
            <a:ext cx="1773527" cy="797748"/>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05389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AC6BD-AB7A-AEBF-1FDB-1B3E6AC2B7FD}"/>
              </a:ext>
            </a:extLst>
          </p:cNvPr>
          <p:cNvSpPr>
            <a:spLocks noGrp="1"/>
          </p:cNvSpPr>
          <p:nvPr>
            <p:ph type="title"/>
          </p:nvPr>
        </p:nvSpPr>
        <p:spPr/>
        <p:txBody>
          <a:bodyPr>
            <a:normAutofit/>
          </a:bodyPr>
          <a:lstStyle/>
          <a:p>
            <a:r>
              <a:rPr lang="en-US" sz="4000" dirty="0"/>
              <a:t>12,643 patients with 27 cancer types and eight treatment types</a:t>
            </a:r>
          </a:p>
        </p:txBody>
      </p:sp>
      <p:pic>
        <p:nvPicPr>
          <p:cNvPr id="5" name="Picture 4">
            <a:extLst>
              <a:ext uri="{FF2B5EF4-FFF2-40B4-BE49-F238E27FC236}">
                <a16:creationId xmlns:a16="http://schemas.microsoft.com/office/drawing/2014/main" id="{D16F5637-337C-774D-C6F8-3223FC5C635B}"/>
              </a:ext>
            </a:extLst>
          </p:cNvPr>
          <p:cNvPicPr>
            <a:picLocks noChangeAspect="1"/>
          </p:cNvPicPr>
          <p:nvPr/>
        </p:nvPicPr>
        <p:blipFill>
          <a:blip r:embed="rId3"/>
          <a:stretch>
            <a:fillRect/>
          </a:stretch>
        </p:blipFill>
        <p:spPr>
          <a:xfrm>
            <a:off x="819789" y="1554701"/>
            <a:ext cx="10546466" cy="5206247"/>
          </a:xfrm>
          <a:prstGeom prst="rect">
            <a:avLst/>
          </a:prstGeom>
        </p:spPr>
      </p:pic>
    </p:spTree>
    <p:extLst>
      <p:ext uri="{BB962C8B-B14F-4D97-AF65-F5344CB8AC3E}">
        <p14:creationId xmlns:p14="http://schemas.microsoft.com/office/powerpoint/2010/main" val="1391111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96E89-D4CB-246E-0934-1C7C08FB4DAF}"/>
              </a:ext>
            </a:extLst>
          </p:cNvPr>
          <p:cNvSpPr>
            <a:spLocks noGrp="1"/>
          </p:cNvSpPr>
          <p:nvPr>
            <p:ph type="title"/>
          </p:nvPr>
        </p:nvSpPr>
        <p:spPr>
          <a:xfrm>
            <a:off x="838200" y="215599"/>
            <a:ext cx="10515600" cy="1325563"/>
          </a:xfrm>
        </p:spPr>
        <p:txBody>
          <a:bodyPr>
            <a:normAutofit/>
          </a:bodyPr>
          <a:lstStyle/>
          <a:p>
            <a:r>
              <a:rPr lang="en-US" sz="4000" dirty="0"/>
              <a:t>20 metastasis sites; some are more common than others</a:t>
            </a:r>
          </a:p>
        </p:txBody>
      </p:sp>
      <p:pic>
        <p:nvPicPr>
          <p:cNvPr id="5" name="Picture 4">
            <a:extLst>
              <a:ext uri="{FF2B5EF4-FFF2-40B4-BE49-F238E27FC236}">
                <a16:creationId xmlns:a16="http://schemas.microsoft.com/office/drawing/2014/main" id="{E09BF0A2-94F6-D9FB-7854-2AD4AF8F652B}"/>
              </a:ext>
            </a:extLst>
          </p:cNvPr>
          <p:cNvPicPr>
            <a:picLocks noChangeAspect="1"/>
          </p:cNvPicPr>
          <p:nvPr/>
        </p:nvPicPr>
        <p:blipFill>
          <a:blip r:embed="rId2"/>
          <a:stretch>
            <a:fillRect/>
          </a:stretch>
        </p:blipFill>
        <p:spPr>
          <a:xfrm>
            <a:off x="2158211" y="1359396"/>
            <a:ext cx="7866673" cy="5498603"/>
          </a:xfrm>
          <a:prstGeom prst="rect">
            <a:avLst/>
          </a:prstGeom>
        </p:spPr>
      </p:pic>
    </p:spTree>
    <p:extLst>
      <p:ext uri="{BB962C8B-B14F-4D97-AF65-F5344CB8AC3E}">
        <p14:creationId xmlns:p14="http://schemas.microsoft.com/office/powerpoint/2010/main" val="29340617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C1514-2D17-F6A9-C3B9-EDC4017BBC0C}"/>
              </a:ext>
            </a:extLst>
          </p:cNvPr>
          <p:cNvSpPr>
            <a:spLocks noGrp="1"/>
          </p:cNvSpPr>
          <p:nvPr>
            <p:ph type="title"/>
          </p:nvPr>
        </p:nvSpPr>
        <p:spPr/>
        <p:txBody>
          <a:bodyPr/>
          <a:lstStyle/>
          <a:p>
            <a:r>
              <a:rPr lang="en-US" dirty="0"/>
              <a:t>Patients have a median of five mutations</a:t>
            </a:r>
          </a:p>
        </p:txBody>
      </p:sp>
      <p:pic>
        <p:nvPicPr>
          <p:cNvPr id="5" name="Picture 4">
            <a:extLst>
              <a:ext uri="{FF2B5EF4-FFF2-40B4-BE49-F238E27FC236}">
                <a16:creationId xmlns:a16="http://schemas.microsoft.com/office/drawing/2014/main" id="{38255AA5-7FC6-3080-809D-42B84CBF4A90}"/>
              </a:ext>
            </a:extLst>
          </p:cNvPr>
          <p:cNvPicPr>
            <a:picLocks noChangeAspect="1"/>
          </p:cNvPicPr>
          <p:nvPr/>
        </p:nvPicPr>
        <p:blipFill>
          <a:blip r:embed="rId2"/>
          <a:stretch>
            <a:fillRect/>
          </a:stretch>
        </p:blipFill>
        <p:spPr>
          <a:xfrm>
            <a:off x="0" y="1618840"/>
            <a:ext cx="12192000" cy="3941654"/>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ABE2824-B058-DD1A-F964-F223D2FB5D2A}"/>
                  </a:ext>
                </a:extLst>
              </p:cNvPr>
              <p:cNvSpPr txBox="1"/>
              <p:nvPr/>
            </p:nvSpPr>
            <p:spPr>
              <a:xfrm>
                <a:off x="838200" y="5727913"/>
                <a:ext cx="10515601" cy="830997"/>
              </a:xfrm>
              <a:prstGeom prst="rect">
                <a:avLst/>
              </a:prstGeom>
              <a:noFill/>
            </p:spPr>
            <p:txBody>
              <a:bodyPr wrap="square" rtlCol="0">
                <a:spAutoFit/>
              </a:bodyPr>
              <a:lstStyle/>
              <a:p>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r>
                  <a:rPr lang="en-US" sz="2400" dirty="0"/>
                  <a:t> If patients have a median of five mutations per sample, that we cannot define subclone populations at a high resolution</a:t>
                </a:r>
              </a:p>
            </p:txBody>
          </p:sp>
        </mc:Choice>
        <mc:Fallback xmlns="">
          <p:sp>
            <p:nvSpPr>
              <p:cNvPr id="6" name="TextBox 5">
                <a:extLst>
                  <a:ext uri="{FF2B5EF4-FFF2-40B4-BE49-F238E27FC236}">
                    <a16:creationId xmlns:a16="http://schemas.microsoft.com/office/drawing/2014/main" id="{CABE2824-B058-DD1A-F964-F223D2FB5D2A}"/>
                  </a:ext>
                </a:extLst>
              </p:cNvPr>
              <p:cNvSpPr txBox="1">
                <a:spLocks noRot="1" noChangeAspect="1" noMove="1" noResize="1" noEditPoints="1" noAdjustHandles="1" noChangeArrowheads="1" noChangeShapeType="1" noTextEdit="1"/>
              </p:cNvSpPr>
              <p:nvPr/>
            </p:nvSpPr>
            <p:spPr>
              <a:xfrm>
                <a:off x="838200" y="5727913"/>
                <a:ext cx="10515601" cy="830997"/>
              </a:xfrm>
              <a:prstGeom prst="rect">
                <a:avLst/>
              </a:prstGeom>
              <a:blipFill>
                <a:blip r:embed="rId3"/>
                <a:stretch>
                  <a:fillRect l="-928" t="-5882" b="-16176"/>
                </a:stretch>
              </a:blipFill>
            </p:spPr>
            <p:txBody>
              <a:bodyPr/>
              <a:lstStyle/>
              <a:p>
                <a:r>
                  <a:rPr lang="en-US">
                    <a:noFill/>
                  </a:rPr>
                  <a:t> </a:t>
                </a:r>
              </a:p>
            </p:txBody>
          </p:sp>
        </mc:Fallback>
      </mc:AlternateContent>
    </p:spTree>
    <p:extLst>
      <p:ext uri="{BB962C8B-B14F-4D97-AF65-F5344CB8AC3E}">
        <p14:creationId xmlns:p14="http://schemas.microsoft.com/office/powerpoint/2010/main" val="1507723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3827B-8D1A-3893-4E8B-C54A7FC66AF6}"/>
              </a:ext>
            </a:extLst>
          </p:cNvPr>
          <p:cNvSpPr>
            <a:spLocks noGrp="1"/>
          </p:cNvSpPr>
          <p:nvPr>
            <p:ph type="title"/>
          </p:nvPr>
        </p:nvSpPr>
        <p:spPr>
          <a:xfrm>
            <a:off x="838200" y="-65199"/>
            <a:ext cx="10515600" cy="1325563"/>
          </a:xfrm>
        </p:spPr>
        <p:txBody>
          <a:bodyPr>
            <a:normAutofit/>
          </a:bodyPr>
          <a:lstStyle/>
          <a:p>
            <a:r>
              <a:rPr lang="en-US" sz="4000" dirty="0"/>
              <a:t>The order of clinical events varies per patient</a:t>
            </a:r>
          </a:p>
        </p:txBody>
      </p:sp>
      <p:pic>
        <p:nvPicPr>
          <p:cNvPr id="5" name="Content Placeholder 4">
            <a:extLst>
              <a:ext uri="{FF2B5EF4-FFF2-40B4-BE49-F238E27FC236}">
                <a16:creationId xmlns:a16="http://schemas.microsoft.com/office/drawing/2014/main" id="{E5055A9A-4277-8BE5-04F3-626C5FBB41E0}"/>
              </a:ext>
            </a:extLst>
          </p:cNvPr>
          <p:cNvPicPr>
            <a:picLocks noGrp="1" noChangeAspect="1"/>
          </p:cNvPicPr>
          <p:nvPr>
            <p:ph idx="1"/>
          </p:nvPr>
        </p:nvPicPr>
        <p:blipFill>
          <a:blip r:embed="rId3"/>
          <a:stretch>
            <a:fillRect/>
          </a:stretch>
        </p:blipFill>
        <p:spPr>
          <a:xfrm>
            <a:off x="282072" y="1083751"/>
            <a:ext cx="8700890" cy="5496207"/>
          </a:xfrm>
          <a:prstGeom prst="rect">
            <a:avLst/>
          </a:prstGeom>
        </p:spPr>
      </p:pic>
      <p:sp>
        <p:nvSpPr>
          <p:cNvPr id="3" name="Rectangle 2">
            <a:extLst>
              <a:ext uri="{FF2B5EF4-FFF2-40B4-BE49-F238E27FC236}">
                <a16:creationId xmlns:a16="http://schemas.microsoft.com/office/drawing/2014/main" id="{3BF11FD7-F5FF-4F1E-4ECB-02BD8F3894C3}"/>
              </a:ext>
            </a:extLst>
          </p:cNvPr>
          <p:cNvSpPr/>
          <p:nvPr/>
        </p:nvSpPr>
        <p:spPr>
          <a:xfrm>
            <a:off x="9172755" y="2444147"/>
            <a:ext cx="2829462" cy="9169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76% of patients had a sample taken pre-treatment</a:t>
            </a:r>
          </a:p>
        </p:txBody>
      </p:sp>
      <p:sp>
        <p:nvSpPr>
          <p:cNvPr id="6" name="Rectangle 5">
            <a:extLst>
              <a:ext uri="{FF2B5EF4-FFF2-40B4-BE49-F238E27FC236}">
                <a16:creationId xmlns:a16="http://schemas.microsoft.com/office/drawing/2014/main" id="{AA5CDB76-7776-2D2F-CD45-695AFF1ADFC7}"/>
              </a:ext>
            </a:extLst>
          </p:cNvPr>
          <p:cNvSpPr/>
          <p:nvPr/>
        </p:nvSpPr>
        <p:spPr>
          <a:xfrm>
            <a:off x="9172755" y="1127185"/>
            <a:ext cx="2829462" cy="11731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Q1: </a:t>
            </a:r>
            <a:r>
              <a:rPr lang="en-US" sz="1600" dirty="0"/>
              <a:t>What tumor subpopulations </a:t>
            </a:r>
            <a:r>
              <a:rPr lang="en-US" sz="1600" b="1" dirty="0"/>
              <a:t>survive treatment</a:t>
            </a:r>
            <a:r>
              <a:rPr lang="en-US" sz="1600" dirty="0"/>
              <a:t>, and where the cancer will spread?  </a:t>
            </a:r>
          </a:p>
        </p:txBody>
      </p:sp>
      <p:sp>
        <p:nvSpPr>
          <p:cNvPr id="8" name="Rectangle 7">
            <a:extLst>
              <a:ext uri="{FF2B5EF4-FFF2-40B4-BE49-F238E27FC236}">
                <a16:creationId xmlns:a16="http://schemas.microsoft.com/office/drawing/2014/main" id="{D31A1EB9-88E5-A52D-1F9E-41EF26F2FA58}"/>
              </a:ext>
            </a:extLst>
          </p:cNvPr>
          <p:cNvSpPr/>
          <p:nvPr/>
        </p:nvSpPr>
        <p:spPr>
          <a:xfrm>
            <a:off x="9172755" y="3496872"/>
            <a:ext cx="2829462" cy="10751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Therefore, </a:t>
            </a:r>
            <a:r>
              <a:rPr lang="en-US" sz="1600" b="1" dirty="0"/>
              <a:t>we cannot predict what subpopulations survive treatment </a:t>
            </a:r>
            <a:r>
              <a:rPr lang="en-US" sz="1600" dirty="0"/>
              <a:t>and </a:t>
            </a:r>
            <a:r>
              <a:rPr lang="en-US" sz="1600" b="1" dirty="0"/>
              <a:t>where they spread</a:t>
            </a:r>
            <a:r>
              <a:rPr lang="en-US" sz="1600" dirty="0"/>
              <a:t>.</a:t>
            </a:r>
          </a:p>
        </p:txBody>
      </p:sp>
      <p:sp>
        <p:nvSpPr>
          <p:cNvPr id="10" name="Rectangle 9">
            <a:extLst>
              <a:ext uri="{FF2B5EF4-FFF2-40B4-BE49-F238E27FC236}">
                <a16:creationId xmlns:a16="http://schemas.microsoft.com/office/drawing/2014/main" id="{6F122E0C-D6B7-C1E2-F313-84B1133F60DB}"/>
              </a:ext>
            </a:extLst>
          </p:cNvPr>
          <p:cNvSpPr/>
          <p:nvPr/>
        </p:nvSpPr>
        <p:spPr>
          <a:xfrm>
            <a:off x="9172755" y="4777409"/>
            <a:ext cx="2829462" cy="167632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t>Q2: </a:t>
            </a:r>
            <a:r>
              <a:rPr lang="en-US" sz="1600" dirty="0"/>
              <a:t>Can we predict if </a:t>
            </a:r>
            <a:r>
              <a:rPr lang="en-US" sz="1600" b="1" dirty="0"/>
              <a:t>a sample was collected pre- or post- treatment</a:t>
            </a:r>
            <a:r>
              <a:rPr lang="en-US" sz="1600" dirty="0"/>
              <a:t>? Using SHAP, </a:t>
            </a:r>
            <a:r>
              <a:rPr lang="en-US" sz="1600" b="1" dirty="0"/>
              <a:t>what features will our model use </a:t>
            </a:r>
            <a:r>
              <a:rPr lang="en-US" sz="1600" dirty="0"/>
              <a:t>to make a prediction?</a:t>
            </a:r>
          </a:p>
        </p:txBody>
      </p:sp>
      <p:sp>
        <p:nvSpPr>
          <p:cNvPr id="4" name="Rectangle 3">
            <a:extLst>
              <a:ext uri="{FF2B5EF4-FFF2-40B4-BE49-F238E27FC236}">
                <a16:creationId xmlns:a16="http://schemas.microsoft.com/office/drawing/2014/main" id="{F22C2964-56DF-0FF7-FBE0-536BD27B2405}"/>
              </a:ext>
            </a:extLst>
          </p:cNvPr>
          <p:cNvSpPr/>
          <p:nvPr/>
        </p:nvSpPr>
        <p:spPr>
          <a:xfrm>
            <a:off x="3817160" y="1699925"/>
            <a:ext cx="3154373" cy="15894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A5F0D24-C09C-9BC7-1EFC-E8DD2AC8FF52}"/>
              </a:ext>
            </a:extLst>
          </p:cNvPr>
          <p:cNvSpPr/>
          <p:nvPr/>
        </p:nvSpPr>
        <p:spPr>
          <a:xfrm>
            <a:off x="2097801" y="3926601"/>
            <a:ext cx="4873732" cy="195869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72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58A65057-91D8-7E8C-4BD2-93175EBB6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1586" y="0"/>
            <a:ext cx="8040414" cy="6858000"/>
          </a:xfrm>
          <a:prstGeom prst="rect">
            <a:avLst/>
          </a:prstGeom>
        </p:spPr>
      </p:pic>
      <p:cxnSp>
        <p:nvCxnSpPr>
          <p:cNvPr id="11" name="Straight Arrow Connector 10">
            <a:extLst>
              <a:ext uri="{FF2B5EF4-FFF2-40B4-BE49-F238E27FC236}">
                <a16:creationId xmlns:a16="http://schemas.microsoft.com/office/drawing/2014/main" id="{FE80312F-D50A-5867-C391-1812E7729013}"/>
              </a:ext>
            </a:extLst>
          </p:cNvPr>
          <p:cNvCxnSpPr>
            <a:cxnSpLocks/>
          </p:cNvCxnSpPr>
          <p:nvPr/>
        </p:nvCxnSpPr>
        <p:spPr>
          <a:xfrm>
            <a:off x="6096000" y="1922929"/>
            <a:ext cx="0" cy="43702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7C4D6A9-A942-0001-B373-B76ABBDBB113}"/>
              </a:ext>
            </a:extLst>
          </p:cNvPr>
          <p:cNvCxnSpPr>
            <a:cxnSpLocks/>
          </p:cNvCxnSpPr>
          <p:nvPr/>
        </p:nvCxnSpPr>
        <p:spPr>
          <a:xfrm>
            <a:off x="7537074" y="3191433"/>
            <a:ext cx="412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D38B1E48-BCD8-60FF-1812-10DC3444FB6F}"/>
              </a:ext>
            </a:extLst>
          </p:cNvPr>
          <p:cNvCxnSpPr>
            <a:cxnSpLocks/>
          </p:cNvCxnSpPr>
          <p:nvPr/>
        </p:nvCxnSpPr>
        <p:spPr>
          <a:xfrm>
            <a:off x="8763000" y="3749487"/>
            <a:ext cx="0" cy="6208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11B9320-8B46-FE01-5796-BCFB93E83D1A}"/>
              </a:ext>
            </a:extLst>
          </p:cNvPr>
          <p:cNvCxnSpPr>
            <a:cxnSpLocks/>
          </p:cNvCxnSpPr>
          <p:nvPr/>
        </p:nvCxnSpPr>
        <p:spPr>
          <a:xfrm>
            <a:off x="9594477" y="3186949"/>
            <a:ext cx="470647" cy="44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1674B38-4960-4B96-7D2B-D3194DA17318}"/>
              </a:ext>
            </a:extLst>
          </p:cNvPr>
          <p:cNvSpPr txBox="1"/>
          <p:nvPr/>
        </p:nvSpPr>
        <p:spPr>
          <a:xfrm>
            <a:off x="229054" y="2218809"/>
            <a:ext cx="3831301" cy="2308324"/>
          </a:xfrm>
          <a:prstGeom prst="rect">
            <a:avLst/>
          </a:prstGeom>
          <a:noFill/>
        </p:spPr>
        <p:txBody>
          <a:bodyPr wrap="square">
            <a:spAutoFit/>
          </a:bodyPr>
          <a:lstStyle/>
          <a:p>
            <a:pPr lvl="0"/>
            <a:r>
              <a:rPr lang="en-US" sz="2400" b="0" dirty="0"/>
              <a:t>Can we predict if </a:t>
            </a:r>
            <a:r>
              <a:rPr lang="en-US" sz="2400" b="1" dirty="0"/>
              <a:t>a sample was collected pre- or post- treatment</a:t>
            </a:r>
            <a:r>
              <a:rPr lang="en-US" sz="2400" b="0" dirty="0"/>
              <a:t>? Using SHAP, </a:t>
            </a:r>
            <a:r>
              <a:rPr lang="en-US" sz="2400" b="1" dirty="0"/>
              <a:t>what features will our model use </a:t>
            </a:r>
            <a:r>
              <a:rPr lang="en-US" sz="2400" b="0" dirty="0"/>
              <a:t>to make a prediction?</a:t>
            </a:r>
          </a:p>
        </p:txBody>
      </p:sp>
      <p:sp>
        <p:nvSpPr>
          <p:cNvPr id="25" name="Left Brace 24">
            <a:extLst>
              <a:ext uri="{FF2B5EF4-FFF2-40B4-BE49-F238E27FC236}">
                <a16:creationId xmlns:a16="http://schemas.microsoft.com/office/drawing/2014/main" id="{BCEA7004-978C-4A85-B7D6-9AFCC9EB553F}"/>
              </a:ext>
            </a:extLst>
          </p:cNvPr>
          <p:cNvSpPr/>
          <p:nvPr/>
        </p:nvSpPr>
        <p:spPr>
          <a:xfrm flipH="1">
            <a:off x="3969124" y="2066366"/>
            <a:ext cx="412377" cy="261321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itle 1">
            <a:extLst>
              <a:ext uri="{FF2B5EF4-FFF2-40B4-BE49-F238E27FC236}">
                <a16:creationId xmlns:a16="http://schemas.microsoft.com/office/drawing/2014/main" id="{57CD6471-E486-4FE8-3F29-0A7AC1120753}"/>
              </a:ext>
            </a:extLst>
          </p:cNvPr>
          <p:cNvSpPr>
            <a:spLocks noGrp="1"/>
          </p:cNvSpPr>
          <p:nvPr>
            <p:ph type="title"/>
          </p:nvPr>
        </p:nvSpPr>
        <p:spPr>
          <a:xfrm>
            <a:off x="838200" y="365125"/>
            <a:ext cx="3437965" cy="1325563"/>
          </a:xfrm>
        </p:spPr>
        <p:txBody>
          <a:bodyPr/>
          <a:lstStyle/>
          <a:p>
            <a:r>
              <a:rPr lang="en-US" dirty="0"/>
              <a:t>Next steps…</a:t>
            </a:r>
          </a:p>
        </p:txBody>
      </p:sp>
    </p:spTree>
    <p:extLst>
      <p:ext uri="{BB962C8B-B14F-4D97-AF65-F5344CB8AC3E}">
        <p14:creationId xmlns:p14="http://schemas.microsoft.com/office/powerpoint/2010/main" val="21536591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212</TotalTime>
  <Words>566</Words>
  <Application>Microsoft Office PowerPoint</Application>
  <PresentationFormat>Widescreen</PresentationFormat>
  <Paragraphs>112</Paragraphs>
  <Slides>11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anthropic-sans</vt:lpstr>
      <vt:lpstr>Aptos</vt:lpstr>
      <vt:lpstr>Aptos Display</vt:lpstr>
      <vt:lpstr>Arial</vt:lpstr>
      <vt:lpstr>Cambria Math</vt:lpstr>
      <vt:lpstr>ui-monospace</vt:lpstr>
      <vt:lpstr>Office Theme</vt:lpstr>
      <vt:lpstr>Identifying tumor pseudo-longitudinal resistance signatures</vt:lpstr>
      <vt:lpstr>Tumor recurrence and metastasis is a leading cause of cancer-related death </vt:lpstr>
      <vt:lpstr>What tumor subpopulations survive treatment, and where the cancer will spread? </vt:lpstr>
      <vt:lpstr>MSK-IMPACT 50K is a pan-cancer clinical sequencing cohort</vt:lpstr>
      <vt:lpstr>MSK-MET is a pan-cancer cohort of tumor genomic and clinical outcome data</vt:lpstr>
      <vt:lpstr>MSK-CHORD is a pan-cancer clinical sequencing and therapeutic cohort</vt:lpstr>
      <vt:lpstr>12,643 patients with 27 cancer types and eight treatment types</vt:lpstr>
      <vt:lpstr>20 metastasis sites; some are more common than others</vt:lpstr>
      <vt:lpstr>Patients have a median of five mutations</vt:lpstr>
      <vt:lpstr>The order of clinical events varies per patient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Zweig, Vivian</dc:creator>
  <cp:lastModifiedBy>Zweig, Vivian</cp:lastModifiedBy>
  <cp:revision>1</cp:revision>
  <dcterms:created xsi:type="dcterms:W3CDTF">2026-10-11T22:47:01Z</dcterms:created>
  <dcterms:modified xsi:type="dcterms:W3CDTF">2026-10-13T16:07:23Z</dcterms:modified>
</cp:coreProperties>
</file>